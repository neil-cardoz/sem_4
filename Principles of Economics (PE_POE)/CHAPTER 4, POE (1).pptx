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1" r:id="rId6"/>
    <p:sldId id="302" r:id="rId7"/>
    <p:sldId id="303" r:id="rId8"/>
    <p:sldId id="304" r:id="rId9"/>
    <p:sldId id="305" r:id="rId10"/>
    <p:sldId id="307" r:id="rId11"/>
    <p:sldId id="310" r:id="rId12"/>
    <p:sldId id="306" r:id="rId13"/>
    <p:sldId id="311" r:id="rId14"/>
    <p:sldId id="312" r:id="rId15"/>
    <p:sldId id="308" r:id="rId16"/>
    <p:sldId id="309" r:id="rId17"/>
    <p:sldId id="313" r:id="rId18"/>
    <p:sldId id="314" r:id="rId19"/>
    <p:sldId id="315" r:id="rId20"/>
    <p:sldId id="316" r:id="rId21"/>
    <p:sldId id="319" r:id="rId22"/>
    <p:sldId id="318" r:id="rId23"/>
    <p:sldId id="317" r:id="rId24"/>
    <p:sldId id="32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4619" autoAdjust="0"/>
  </p:normalViewPr>
  <p:slideViewPr>
    <p:cSldViewPr snapToGrid="0">
      <p:cViewPr varScale="1">
        <p:scale>
          <a:sx n="86" d="100"/>
          <a:sy n="86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2/26/2023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2/26/2023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2/26/2023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2/26/2023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2/26/2023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2/26/2023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</a:rPr>
              <a:t>Demand Elasticity, Supply Elasticity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    </a:t>
            </a:r>
            <a:r>
              <a:rPr lang="en-US" sz="1600" b="1" dirty="0"/>
              <a:t>Meaning and concept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B537B-74FF-7A01-B026-1491FB0BE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</a:t>
            </a:r>
            <a:r>
              <a:rPr lang="en-US" b="1" dirty="0"/>
              <a:t>DEMAND ELASTICITY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3C25F4-3957-0A1C-04D9-B7F25C8F73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8919" y="2094829"/>
            <a:ext cx="9596761" cy="3906476"/>
          </a:xfrm>
        </p:spPr>
      </p:pic>
    </p:spTree>
    <p:extLst>
      <p:ext uri="{BB962C8B-B14F-4D97-AF65-F5344CB8AC3E}">
        <p14:creationId xmlns:p14="http://schemas.microsoft.com/office/powerpoint/2010/main" val="143293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970B-D84F-29C9-94A8-68FCCD7BC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002"/>
            <a:ext cx="10058400" cy="174638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 </a:t>
            </a:r>
            <a:r>
              <a:rPr lang="en-US" sz="4900" b="1" dirty="0"/>
              <a:t>Meaning of Demand </a:t>
            </a:r>
            <a:br>
              <a:rPr lang="en-US" sz="4900" b="1" dirty="0"/>
            </a:br>
            <a:r>
              <a:rPr lang="en-US" sz="4900" b="1" dirty="0"/>
              <a:t>and   </a:t>
            </a:r>
            <a:br>
              <a:rPr lang="en-US" sz="4900" b="1" dirty="0"/>
            </a:br>
            <a:r>
              <a:rPr lang="en-US" sz="4900" b="1" dirty="0"/>
              <a:t> Demand elasticity</a:t>
            </a:r>
            <a:endParaRPr lang="en-IN" sz="49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4541D9-08A3-78ED-CB38-14CAD178EC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345248"/>
            <a:ext cx="4859637" cy="3389727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548425-26DF-D40F-D862-D3DFBFD1B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1385"/>
            <a:ext cx="4989250" cy="25717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7CD2F5-83A2-9E0F-2219-2E13B0407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922" y="4333135"/>
            <a:ext cx="4702797" cy="190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565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AA93538-4F63-C3F8-0B51-2D871EEB7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AA7F44-E2DC-2796-C7F6-616E65D2E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49" y="257452"/>
            <a:ext cx="11327905" cy="591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870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7B9EFA-15A2-4F35-BEBF-9EB578EB0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33" y="286603"/>
            <a:ext cx="10280342" cy="584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776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0F3FC8-2BC6-4E54-EB4D-6A62CCA98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751" y="452761"/>
            <a:ext cx="9969624" cy="564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119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FBC07-BA7C-C744-FCCD-50FFF553E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Elasticity of Demand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054D9E-990C-C156-9CF2-B7FAC8729E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874" y="2157274"/>
            <a:ext cx="9987378" cy="4030462"/>
          </a:xfrm>
        </p:spPr>
      </p:pic>
    </p:spTree>
    <p:extLst>
      <p:ext uri="{BB962C8B-B14F-4D97-AF65-F5344CB8AC3E}">
        <p14:creationId xmlns:p14="http://schemas.microsoft.com/office/powerpoint/2010/main" val="975987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7FA76E6-32AB-6780-092B-7A870D616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47" y="381740"/>
            <a:ext cx="10937289" cy="587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09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5F7C62B-5E17-F9DF-1E55-BE5E3436F1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628" y="328474"/>
            <a:ext cx="9818703" cy="5797117"/>
          </a:xfrm>
        </p:spPr>
      </p:pic>
    </p:spTree>
    <p:extLst>
      <p:ext uri="{BB962C8B-B14F-4D97-AF65-F5344CB8AC3E}">
        <p14:creationId xmlns:p14="http://schemas.microsoft.com/office/powerpoint/2010/main" val="2256207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26BB78-B49F-D25F-4C97-B1ED2B5C2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68" y="355107"/>
            <a:ext cx="10768614" cy="578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413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EDC7B9-416A-0CD8-ABA4-2C71CF8BC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7565" y="2077375"/>
            <a:ext cx="10360241" cy="397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592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4093E-DA30-80BD-6E00-C3701244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</a:t>
            </a:r>
            <a:r>
              <a:rPr lang="en-IN" sz="4400" b="1" dirty="0"/>
              <a:t>PRICE ELASTCITY OF DEMAND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C1C26F-6E5F-F7B6-1CA6-D6F8B7169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2974" y="2108199"/>
            <a:ext cx="5326603" cy="400851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E38BE2-3303-3FC4-5D0B-433E3F3A3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986" y="2089463"/>
            <a:ext cx="4047040" cy="4027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44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1A738-87CA-8F46-02D5-C08C745D6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/>
              <a:t>INCOME ELASTICITY OF DEMAND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D02A8-1764-7DD5-77A5-2F00B886C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83914"/>
            <a:ext cx="5921406" cy="41925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0C54BB-77AF-F492-C3AD-2F47FAB63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833" y="1983913"/>
            <a:ext cx="3844031" cy="419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23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E1BFD-16CA-D7AF-6261-399BCB0B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/>
              <a:t>CROSS ELASTICITY OF DEMAND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B3098E-B547-0232-2EB4-C6A8262FBC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4789" y="2081567"/>
            <a:ext cx="5761062" cy="3760788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5B18FE-F0AA-A12E-511D-E44FA5D69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588" y="2081566"/>
            <a:ext cx="3494149" cy="383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708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BC9E0-0791-2DA7-A637-33887A4D0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</a:t>
            </a:r>
            <a:r>
              <a:rPr lang="en-IN" b="1" dirty="0"/>
              <a:t>SUPPLY ELASTICITY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17F44F-1756-7885-8FC6-9BCDA21837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0730" y="2006353"/>
            <a:ext cx="10058400" cy="4128117"/>
          </a:xfrm>
        </p:spPr>
      </p:pic>
    </p:spTree>
    <p:extLst>
      <p:ext uri="{BB962C8B-B14F-4D97-AF65-F5344CB8AC3E}">
        <p14:creationId xmlns:p14="http://schemas.microsoft.com/office/powerpoint/2010/main" val="560377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81D3-8778-A151-0039-EE7F8D92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MEANING OF SUPPLY AND SUPPLY ELASTICITY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795432-A866-3CA8-1D8C-00D737BF6B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0771" y="2205854"/>
            <a:ext cx="4753902" cy="37607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9D26CB-90F1-95D5-954F-12D6C41E7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329" y="2205854"/>
            <a:ext cx="4938351" cy="368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459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5E724-EB50-23C9-9A9F-B7B27D61F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FORMULA OF ELASTICITY OF SUPPLY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FB31B7-804A-D21F-29F4-0EC92CEF4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540" y="2246050"/>
            <a:ext cx="8220722" cy="360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803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1935498-D8A0-1A36-2FA5-8E8FC7471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528" y="2438399"/>
            <a:ext cx="9570128" cy="371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83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6B17-156A-0C5F-854B-53D8A4F25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ELASTICITY OF SUPPLY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D11693-5083-243B-1A68-34BC8E13D2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5076" y="2112886"/>
            <a:ext cx="3576622" cy="37108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61CB00-229D-5A32-A94F-B6DE50E47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867" y="2112886"/>
            <a:ext cx="3234429" cy="37108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1313DA-F43E-EB1F-C438-2206C516B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6293" y="2112886"/>
            <a:ext cx="2419387" cy="371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403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D2F545D-3E89-8074-9E48-1CAC23F2B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758" y="2400299"/>
            <a:ext cx="9010834" cy="369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78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4EAA-BD32-1232-98F9-9C4AFE076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</a:t>
            </a:r>
            <a:r>
              <a:rPr lang="en-IN" b="1" dirty="0"/>
              <a:t>CONCLUSION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EEA98F-688A-9571-F2C8-06F05E7C2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2874" y="2212181"/>
            <a:ext cx="9912805" cy="4011066"/>
          </a:xfrm>
        </p:spPr>
      </p:pic>
    </p:spTree>
    <p:extLst>
      <p:ext uri="{BB962C8B-B14F-4D97-AF65-F5344CB8AC3E}">
        <p14:creationId xmlns:p14="http://schemas.microsoft.com/office/powerpoint/2010/main" val="1064552433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{EEA866C3-7104-491D-8A34-A5876F070857}tf22712842_win32</Template>
  <TotalTime>155</TotalTime>
  <Words>59</Words>
  <Application>Microsoft Office PowerPoint</Application>
  <PresentationFormat>Widescreen</PresentationFormat>
  <Paragraphs>13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Bookman Old Style</vt:lpstr>
      <vt:lpstr>Calibri</vt:lpstr>
      <vt:lpstr>Franklin Gothic Book</vt:lpstr>
      <vt:lpstr>1_RetrospectVTI</vt:lpstr>
      <vt:lpstr>Demand Elasticity, Supply Elasticity</vt:lpstr>
      <vt:lpstr>        DEMAND ELASTICITY</vt:lpstr>
      <vt:lpstr> Meaning of Demand  and     Demand elasticity</vt:lpstr>
      <vt:lpstr>PowerPoint Presentation</vt:lpstr>
      <vt:lpstr>PowerPoint Presentation</vt:lpstr>
      <vt:lpstr>PowerPoint Presentation</vt:lpstr>
      <vt:lpstr>           Elasticity of Demand </vt:lpstr>
      <vt:lpstr>PowerPoint Presentation</vt:lpstr>
      <vt:lpstr>PowerPoint Presentation</vt:lpstr>
      <vt:lpstr>PowerPoint Presentation</vt:lpstr>
      <vt:lpstr>PowerPoint Presentation</vt:lpstr>
      <vt:lpstr>  PRICE ELASTCITY OF DEMAND</vt:lpstr>
      <vt:lpstr>INCOME ELASTICITY OF DEMAND</vt:lpstr>
      <vt:lpstr>CROSS ELASTICITY OF DEMAND</vt:lpstr>
      <vt:lpstr>          SUPPLY ELASTICITY</vt:lpstr>
      <vt:lpstr>MEANING OF SUPPLY AND SUPPLY ELASTICITY</vt:lpstr>
      <vt:lpstr>FORMULA OF ELASTICITY OF SUPPLY</vt:lpstr>
      <vt:lpstr>PowerPoint Presentation</vt:lpstr>
      <vt:lpstr>           ELASTICITY OF SUPPLY</vt:lpstr>
      <vt:lpstr>PowerPoint Presentation</vt:lpstr>
      <vt:lpstr>             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Amrita Priyam EMP107</dc:creator>
  <cp:lastModifiedBy>Amrita Priyam EMP107</cp:lastModifiedBy>
  <cp:revision>25</cp:revision>
  <dcterms:created xsi:type="dcterms:W3CDTF">2023-02-26T08:00:35Z</dcterms:created>
  <dcterms:modified xsi:type="dcterms:W3CDTF">2023-02-26T10:39:17Z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