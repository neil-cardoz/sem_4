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handoutMasterIdLst>
    <p:handoutMasterId r:id="rId20"/>
  </p:handoutMasterIdLst>
  <p:sldIdLst>
    <p:sldId id="318" r:id="rId2"/>
    <p:sldId id="329" r:id="rId3"/>
    <p:sldId id="330" r:id="rId4"/>
    <p:sldId id="349" r:id="rId5"/>
    <p:sldId id="339" r:id="rId6"/>
    <p:sldId id="340" r:id="rId7"/>
    <p:sldId id="350" r:id="rId8"/>
    <p:sldId id="335" r:id="rId9"/>
    <p:sldId id="351" r:id="rId10"/>
    <p:sldId id="341" r:id="rId11"/>
    <p:sldId id="344" r:id="rId12"/>
    <p:sldId id="343" r:id="rId13"/>
    <p:sldId id="342" r:id="rId14"/>
    <p:sldId id="346" r:id="rId15"/>
    <p:sldId id="347" r:id="rId16"/>
    <p:sldId id="345" r:id="rId17"/>
    <p:sldId id="348" r:id="rId18"/>
  </p:sldIdLst>
  <p:sldSz cx="12188825" cy="6858000"/>
  <p:notesSz cx="6858000" cy="9144000"/>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4030">
          <p15:clr>
            <a:srgbClr val="A4A3A4"/>
          </p15:clr>
        </p15:guide>
        <p15:guide id="3" orient="horz" pos="1152">
          <p15:clr>
            <a:srgbClr val="A4A3A4"/>
          </p15:clr>
        </p15:guide>
        <p15:guide id="4" orient="horz" pos="1018">
          <p15:clr>
            <a:srgbClr val="A4A3A4"/>
          </p15:clr>
        </p15:guide>
        <p15:guide id="5" orient="horz" pos="3886">
          <p15:clr>
            <a:srgbClr val="A4A3A4"/>
          </p15:clr>
        </p15:guide>
        <p15:guide id="6" orient="horz" pos="2928">
          <p15:clr>
            <a:srgbClr val="A4A3A4"/>
          </p15:clr>
        </p15:guide>
        <p15:guide id="7" orient="horz" pos="3072">
          <p15:clr>
            <a:srgbClr val="A4A3A4"/>
          </p15:clr>
        </p15:guide>
        <p15:guide id="8" orient="horz" pos="407">
          <p15:clr>
            <a:srgbClr val="A4A3A4"/>
          </p15:clr>
        </p15:guide>
        <p15:guide id="9" pos="3839">
          <p15:clr>
            <a:srgbClr val="A4A3A4"/>
          </p15:clr>
        </p15:guide>
        <p15:guide id="10" pos="959">
          <p15:clr>
            <a:srgbClr val="A4A3A4"/>
          </p15:clr>
        </p15:guide>
        <p15:guide id="11" pos="7151">
          <p15:clr>
            <a:srgbClr val="A4A3A4"/>
          </p15:clr>
        </p15:guide>
        <p15:guide id="12" pos="671">
          <p15:clr>
            <a:srgbClr val="A4A3A4"/>
          </p15:clr>
        </p15:guide>
        <p15:guide id="13" pos="4991">
          <p15:clr>
            <a:srgbClr val="A4A3A4"/>
          </p15:clr>
        </p15:guide>
        <p15:guide id="14" pos="700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8282"/>
    <a:srgbClr val="6E90FE"/>
    <a:srgbClr val="8086FC"/>
    <a:srgbClr val="6D6DFB"/>
    <a:srgbClr val="4E78F0"/>
    <a:srgbClr val="F0932C"/>
    <a:srgbClr val="92C610"/>
    <a:srgbClr val="9FD812"/>
    <a:srgbClr val="E05F2C"/>
    <a:srgbClr val="0ABE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CF1AB2-1976-4502-BF36-3FF5EA218861}">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29" autoAdjust="0"/>
  </p:normalViewPr>
  <p:slideViewPr>
    <p:cSldViewPr showGuides="1">
      <p:cViewPr varScale="1">
        <p:scale>
          <a:sx n="86" d="100"/>
          <a:sy n="86" d="100"/>
        </p:scale>
        <p:origin x="562" y="67"/>
      </p:cViewPr>
      <p:guideLst>
        <p:guide orient="horz" pos="2160"/>
        <p:guide orient="horz" pos="4030"/>
        <p:guide orient="horz" pos="1152"/>
        <p:guide orient="horz" pos="1018"/>
        <p:guide orient="horz" pos="3886"/>
        <p:guide orient="horz" pos="2928"/>
        <p:guide orient="horz" pos="3072"/>
        <p:guide orient="horz" pos="407"/>
        <p:guide pos="3839"/>
        <p:guide pos="959"/>
        <p:guide pos="7151"/>
        <p:guide pos="671"/>
        <p:guide pos="4991"/>
        <p:guide pos="7007"/>
      </p:guideLst>
    </p:cSldViewPr>
  </p:slideViewPr>
  <p:outlineViewPr>
    <p:cViewPr>
      <p:scale>
        <a:sx n="33" d="100"/>
        <a:sy n="33" d="100"/>
      </p:scale>
      <p:origin x="0" y="0"/>
    </p:cViewPr>
  </p:outlineViewPr>
  <p:notesTextViewPr>
    <p:cViewPr>
      <p:scale>
        <a:sx n="1" d="1"/>
        <a:sy n="1" d="1"/>
      </p:scale>
      <p:origin x="0" y="0"/>
    </p:cViewPr>
  </p:notesTextViewPr>
  <p:notesViewPr>
    <p:cSldViewPr showGuides="1">
      <p:cViewPr varScale="1">
        <p:scale>
          <a:sx n="66" d="100"/>
          <a:sy n="66" d="100"/>
        </p:scale>
        <p:origin x="2850"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69AFDC-7658-4951-B0FF-52DFF2A93C0A}" type="datetimeFigureOut">
              <a:rPr lang="en-US" smtClean="0"/>
              <a:t>2/12/2023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8ED99B-9732-49FC-9C16-B56FEB1B1092}" type="slidenum">
              <a:rPr lang="en-US" smtClean="0"/>
              <a:t>‹#›</a:t>
            </a:fld>
            <a:endParaRPr lang="en-US"/>
          </a:p>
        </p:txBody>
      </p:sp>
    </p:spTree>
    <p:extLst>
      <p:ext uri="{BB962C8B-B14F-4D97-AF65-F5344CB8AC3E}">
        <p14:creationId xmlns:p14="http://schemas.microsoft.com/office/powerpoint/2010/main" val="1314662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BD2D7A-D230-4F91-BD59-0A39C2703BA8}" type="datetimeFigureOut">
              <a:rPr lang="en-US" smtClean="0"/>
              <a:t>2/12/2023</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3199CD-3E1B-4AE6-990F-76F925F5EA9F}" type="slidenum">
              <a:rPr lang="en-US" smtClean="0"/>
              <a:t>‹#›</a:t>
            </a:fld>
            <a:endParaRPr lang="en-US"/>
          </a:p>
        </p:txBody>
      </p:sp>
    </p:spTree>
    <p:extLst>
      <p:ext uri="{BB962C8B-B14F-4D97-AF65-F5344CB8AC3E}">
        <p14:creationId xmlns:p14="http://schemas.microsoft.com/office/powerpoint/2010/main" val="427657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0824" y="1600200"/>
            <a:ext cx="5945188" cy="3048000"/>
          </a:xfrm>
        </p:spPr>
        <p:txBody>
          <a:bodyPr anchor="b">
            <a:normAutofit/>
          </a:bodyPr>
          <a:lstStyle>
            <a:lvl1pPr>
              <a:lnSpc>
                <a:spcPct val="80000"/>
              </a:lnSpc>
              <a:defRPr sz="6600">
                <a:solidFill>
                  <a:schemeClr val="tx1"/>
                </a:solidFill>
              </a:defRPr>
            </a:lvl1pPr>
          </a:lstStyle>
          <a:p>
            <a:r>
              <a:rPr lang="en-US"/>
              <a:t>Click to edit Master title style</a:t>
            </a:r>
            <a:endParaRPr/>
          </a:p>
        </p:txBody>
      </p:sp>
      <p:sp>
        <p:nvSpPr>
          <p:cNvPr id="3" name="Subtitle 2"/>
          <p:cNvSpPr>
            <a:spLocks noGrp="1"/>
          </p:cNvSpPr>
          <p:nvPr>
            <p:ph type="subTitle" idx="1" hasCustomPrompt="1"/>
          </p:nvPr>
        </p:nvSpPr>
        <p:spPr>
          <a:xfrm>
            <a:off x="1520825" y="4898572"/>
            <a:ext cx="5945187" cy="1270453"/>
          </a:xfrm>
        </p:spPr>
        <p:txBody>
          <a:bodyPr>
            <a:noAutofit/>
          </a:bodyPr>
          <a:lstStyle>
            <a:lvl1pPr marL="0" indent="0" algn="l">
              <a:spcBef>
                <a:spcPts val="0"/>
              </a:spcBef>
              <a:buNone/>
              <a:defRPr sz="2800" cap="none" baseline="0">
                <a:solidFill>
                  <a:schemeClr val="accent1">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a:t>
            </a:r>
            <a:r>
              <a:rPr dirty="0"/>
              <a:t>dit Master subtitle style</a:t>
            </a:r>
          </a:p>
        </p:txBody>
      </p:sp>
      <p:cxnSp>
        <p:nvCxnSpPr>
          <p:cNvPr id="6" name="Straight Connector 5"/>
          <p:cNvCxnSpPr/>
          <p:nvPr/>
        </p:nvCxnSpPr>
        <p:spPr>
          <a:xfrm>
            <a:off x="1658936" y="4782971"/>
            <a:ext cx="56546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grpSp>
        <p:nvGrpSpPr>
          <p:cNvPr id="5" name="Group 4"/>
          <p:cNvGrpSpPr/>
          <p:nvPr userDrawn="1"/>
        </p:nvGrpSpPr>
        <p:grpSpPr>
          <a:xfrm>
            <a:off x="7923213" y="0"/>
            <a:ext cx="4265612" cy="6858000"/>
            <a:chOff x="7923213" y="0"/>
            <a:chExt cx="4265612" cy="685800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7923213" y="0"/>
              <a:ext cx="4265612" cy="6858000"/>
            </a:xfrm>
            <a:prstGeom prst="rect">
              <a:avLst/>
            </a:prstGeom>
          </p:spPr>
        </p:pic>
        <p:sp>
          <p:nvSpPr>
            <p:cNvPr id="13" name="Rectangle 12"/>
            <p:cNvSpPr/>
            <p:nvPr/>
          </p:nvSpPr>
          <p:spPr>
            <a:xfrm>
              <a:off x="7923213" y="0"/>
              <a:ext cx="1065213" cy="6858000"/>
            </a:xfrm>
            <a:prstGeom prst="rect">
              <a:avLst/>
            </a:prstGeom>
            <a:gradFill flip="none" rotWithShape="1">
              <a:gsLst>
                <a:gs pos="75000">
                  <a:schemeClr val="tx2">
                    <a:alpha val="0"/>
                  </a:schemeClr>
                </a:gs>
                <a:gs pos="100000">
                  <a:schemeClr val="tx2">
                    <a:alpha val="2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9499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03F41C87-7AD9-4845-A077-840E4A0F3F06}" type="datetimeFigureOut">
              <a:rPr lang="en-US"/>
              <a:t>2/12/2023</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7" name="Straight Connector 6"/>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8254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0" y="2237096"/>
            <a:ext cx="8229601" cy="2411103"/>
          </a:xfrm>
        </p:spPr>
        <p:txBody>
          <a:bodyPr anchor="b">
            <a:normAutofit/>
          </a:bodyPr>
          <a:lstStyle>
            <a:lvl1pPr algn="l">
              <a:lnSpc>
                <a:spcPct val="80000"/>
              </a:lnSpc>
              <a:defRPr sz="4800" b="0" cap="none" baseline="0">
                <a:solidFill>
                  <a:schemeClr val="tx1"/>
                </a:solidFill>
              </a:defRPr>
            </a:lvl1pPr>
          </a:lstStyle>
          <a:p>
            <a:r>
              <a:rPr lang="en-US"/>
              <a:t>Click to edit Master title style</a:t>
            </a:r>
            <a:endParaRPr/>
          </a:p>
        </p:txBody>
      </p:sp>
      <p:sp>
        <p:nvSpPr>
          <p:cNvPr id="3" name="Text Placeholder 2"/>
          <p:cNvSpPr>
            <a:spLocks noGrp="1"/>
          </p:cNvSpPr>
          <p:nvPr>
            <p:ph type="body" idx="1"/>
          </p:nvPr>
        </p:nvSpPr>
        <p:spPr>
          <a:xfrm>
            <a:off x="1522412" y="4876800"/>
            <a:ext cx="8229601" cy="1292225"/>
          </a:xfrm>
        </p:spPr>
        <p:txBody>
          <a:bodyPr anchor="t">
            <a:normAutofit/>
          </a:bodyPr>
          <a:lstStyle>
            <a:lvl1pPr marL="0" indent="0">
              <a:spcBef>
                <a:spcPts val="0"/>
              </a:spcBef>
              <a:buNone/>
              <a:defRPr sz="2800" cap="none" baseline="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grpSp>
        <p:nvGrpSpPr>
          <p:cNvPr id="7" name="Group 6"/>
          <p:cNvGrpSpPr/>
          <p:nvPr userDrawn="1"/>
        </p:nvGrpSpPr>
        <p:grpSpPr>
          <a:xfrm>
            <a:off x="11123611" y="0"/>
            <a:ext cx="1065214" cy="6868886"/>
            <a:chOff x="11123611" y="0"/>
            <a:chExt cx="1065214" cy="6868886"/>
          </a:xfrm>
        </p:grpSpPr>
        <p:pic>
          <p:nvPicPr>
            <p:cNvPr id="10" name="Picture 9"/>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11123611" y="0"/>
              <a:ext cx="1065213" cy="6858000"/>
            </a:xfrm>
            <a:prstGeom prst="rect">
              <a:avLst/>
            </a:prstGeom>
          </p:spPr>
        </p:pic>
        <p:sp>
          <p:nvSpPr>
            <p:cNvPr id="12" name="Rectangle 11"/>
            <p:cNvSpPr/>
            <p:nvPr/>
          </p:nvSpPr>
          <p:spPr>
            <a:xfrm>
              <a:off x="11123612" y="10886"/>
              <a:ext cx="1065213" cy="6858000"/>
            </a:xfrm>
            <a:prstGeom prst="rect">
              <a:avLst/>
            </a:prstGeom>
            <a:gradFill flip="none" rotWithShape="1">
              <a:gsLst>
                <a:gs pos="75000">
                  <a:schemeClr val="tx2">
                    <a:alpha val="0"/>
                  </a:schemeClr>
                </a:gs>
                <a:gs pos="100000">
                  <a:schemeClr val="tx2">
                    <a:alpha val="2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03F41C87-7AD9-4845-A077-840E4A0F3F06}" type="datetimeFigureOut">
              <a:rPr lang="en-US"/>
              <a:t>2/12/2023</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9" name="Straight Connector 8"/>
          <p:cNvCxnSpPr/>
          <p:nvPr/>
        </p:nvCxnSpPr>
        <p:spPr>
          <a:xfrm>
            <a:off x="1658936" y="4782971"/>
            <a:ext cx="80168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813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3" y="381000"/>
            <a:ext cx="9829798" cy="1219200"/>
          </a:xfrm>
        </p:spPr>
        <p:txBody>
          <a:bodyPr/>
          <a:lstStyle>
            <a:lvl1pPr>
              <a:defRPr>
                <a:solidFill>
                  <a:schemeClr val="accent1">
                    <a:lumMod val="50000"/>
                  </a:schemeClr>
                </a:solidFill>
              </a:defRPr>
            </a:lvl1pPr>
          </a:lstStyle>
          <a:p>
            <a:r>
              <a:rPr lang="en-US"/>
              <a:t>Click to edit Master title style</a:t>
            </a:r>
            <a:endParaRPr/>
          </a:p>
        </p:txBody>
      </p:sp>
      <p:sp>
        <p:nvSpPr>
          <p:cNvPr id="3" name="Content Placeholder 2"/>
          <p:cNvSpPr>
            <a:spLocks noGrp="1"/>
          </p:cNvSpPr>
          <p:nvPr>
            <p:ph sz="half" idx="1"/>
          </p:nvPr>
        </p:nvSpPr>
        <p:spPr>
          <a:xfrm>
            <a:off x="1488168" y="1984248"/>
            <a:ext cx="4800600" cy="4187952"/>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6551612" y="1984248"/>
            <a:ext cx="4800601" cy="4187952"/>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03F41C87-7AD9-4845-A077-840E4A0F3F06}" type="datetimeFigureOut">
              <a:rPr lang="en-US"/>
              <a:t>2/12/2023</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cxnSp>
        <p:nvCxnSpPr>
          <p:cNvPr id="8" name="Straight Connector 7"/>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5340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3" y="381000"/>
            <a:ext cx="9829798" cy="1219200"/>
          </a:xfrm>
        </p:spPr>
        <p:txBody>
          <a:bodyPr/>
          <a:lstStyle>
            <a:lvl1pPr>
              <a:defRPr>
                <a:solidFill>
                  <a:schemeClr val="accent1">
                    <a:lumMod val="50000"/>
                  </a:schemeClr>
                </a:solidFill>
              </a:defRPr>
            </a:lvl1pPr>
          </a:lstStyle>
          <a:p>
            <a:r>
              <a:rPr lang="en-US"/>
              <a:t>Click to edit Master title style</a:t>
            </a:r>
            <a:endParaRPr dirty="0"/>
          </a:p>
        </p:txBody>
      </p:sp>
      <p:sp>
        <p:nvSpPr>
          <p:cNvPr id="3" name="Text Placeholder 2"/>
          <p:cNvSpPr>
            <a:spLocks noGrp="1"/>
          </p:cNvSpPr>
          <p:nvPr>
            <p:ph type="body" idx="1"/>
          </p:nvPr>
        </p:nvSpPr>
        <p:spPr>
          <a:xfrm>
            <a:off x="1522413" y="1828800"/>
            <a:ext cx="4800600" cy="838200"/>
          </a:xfrm>
        </p:spPr>
        <p:txBody>
          <a:bodyPr anchor="ctr">
            <a:noAutofit/>
          </a:bodyPr>
          <a:lstStyle>
            <a:lvl1pPr marL="0" indent="0">
              <a:spcBef>
                <a:spcPts val="0"/>
              </a:spcBef>
              <a:buNone/>
              <a:defRPr sz="2400" b="0" cap="none"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743200"/>
            <a:ext cx="4800600" cy="342582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6551613" y="1828800"/>
            <a:ext cx="4800600" cy="838200"/>
          </a:xfrm>
        </p:spPr>
        <p:txBody>
          <a:bodyPr anchor="ctr">
            <a:noAutofit/>
          </a:bodyPr>
          <a:lstStyle>
            <a:lvl1pPr marL="0" indent="0">
              <a:spcBef>
                <a:spcPts val="0"/>
              </a:spcBef>
              <a:buNone/>
              <a:defRPr sz="2400" b="0" cap="none"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51613" y="2743200"/>
            <a:ext cx="4800600" cy="342582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03F41C87-7AD9-4845-A077-840E4A0F3F06}" type="datetimeFigureOut">
              <a:rPr lang="en-US"/>
              <a:t>2/12/2023</a:t>
            </a:fld>
            <a:endParaRPr/>
          </a:p>
        </p:txBody>
      </p:sp>
      <p:sp>
        <p:nvSpPr>
          <p:cNvPr id="9" name="Slide Number Placeholder 8"/>
          <p:cNvSpPr>
            <a:spLocks noGrp="1"/>
          </p:cNvSpPr>
          <p:nvPr>
            <p:ph type="sldNum" sz="quarter" idx="12"/>
          </p:nvPr>
        </p:nvSpPr>
        <p:spPr/>
        <p:txBody>
          <a:bodyPr/>
          <a:lstStyle/>
          <a:p>
            <a:fld id="{2A013F82-EE5E-44EE-A61D-E31C6657F26F}" type="slidenum">
              <a:rPr/>
              <a:t>‹#›</a:t>
            </a:fld>
            <a:endParaRPr/>
          </a:p>
        </p:txBody>
      </p:sp>
      <p:cxnSp>
        <p:nvCxnSpPr>
          <p:cNvPr id="10" name="Straight Connector 9"/>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841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dirty="0"/>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03F41C87-7AD9-4845-A077-840E4A0F3F06}" type="datetimeFigureOut">
              <a:rPr lang="en-US"/>
              <a:t>2/12/2023</a:t>
            </a:fld>
            <a:endParaRPr/>
          </a:p>
        </p:txBody>
      </p:sp>
      <p:sp>
        <p:nvSpPr>
          <p:cNvPr id="5" name="Slide Number Placeholder 4"/>
          <p:cNvSpPr>
            <a:spLocks noGrp="1"/>
          </p:cNvSpPr>
          <p:nvPr>
            <p:ph type="sldNum" sz="quarter" idx="12"/>
          </p:nvPr>
        </p:nvSpPr>
        <p:spPr/>
        <p:txBody>
          <a:bodyPr/>
          <a:lstStyle/>
          <a:p>
            <a:fld id="{2A013F82-EE5E-44EE-A61D-E31C6657F26F}" type="slidenum">
              <a:rPr/>
              <a:t>‹#›</a:t>
            </a:fld>
            <a:endParaRPr/>
          </a:p>
        </p:txBody>
      </p:sp>
      <p:cxnSp>
        <p:nvCxnSpPr>
          <p:cNvPr id="6" name="Straight Connector 5"/>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663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03F41C87-7AD9-4845-A077-840E4A0F3F06}" type="datetimeFigureOut">
              <a:rPr lang="en-US"/>
              <a:t>2/12/2023</a:t>
            </a:fld>
            <a:endParaRPr/>
          </a:p>
        </p:txBody>
      </p:sp>
      <p:sp>
        <p:nvSpPr>
          <p:cNvPr id="4" name="Slide Number Placeholder 3"/>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3607540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3" y="685800"/>
            <a:ext cx="4114800" cy="1925637"/>
          </a:xfrm>
        </p:spPr>
        <p:txBody>
          <a:bodyPr anchor="b">
            <a:noAutofit/>
          </a:bodyPr>
          <a:lstStyle>
            <a:lvl1pPr algn="l">
              <a:lnSpc>
                <a:spcPct val="80000"/>
              </a:lnSpc>
              <a:defRPr sz="4000" b="0">
                <a:solidFill>
                  <a:schemeClr val="accent1">
                    <a:lumMod val="50000"/>
                  </a:schemeClr>
                </a:solidFill>
              </a:defRPr>
            </a:lvl1pPr>
          </a:lstStyle>
          <a:p>
            <a:r>
              <a:rPr lang="en-US"/>
              <a:t>Click to edit Master title style</a:t>
            </a:r>
            <a:endParaRPr/>
          </a:p>
        </p:txBody>
      </p:sp>
      <p:sp>
        <p:nvSpPr>
          <p:cNvPr id="3" name="Content Placeholder 2"/>
          <p:cNvSpPr>
            <a:spLocks noGrp="1"/>
          </p:cNvSpPr>
          <p:nvPr>
            <p:ph idx="1"/>
          </p:nvPr>
        </p:nvSpPr>
        <p:spPr>
          <a:xfrm>
            <a:off x="6094414" y="685800"/>
            <a:ext cx="5257799"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1522413" y="2895599"/>
            <a:ext cx="4114800" cy="1752601"/>
          </a:xfrm>
        </p:spPr>
        <p:txBody>
          <a:bodyPr>
            <a:normAutofit/>
          </a:bodyPr>
          <a:lstStyle>
            <a:lvl1pPr marL="0" indent="0">
              <a:lnSpc>
                <a:spcPct val="90000"/>
              </a:lnSpc>
              <a:spcBef>
                <a:spcPts val="18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03F41C87-7AD9-4845-A077-840E4A0F3F06}" type="datetimeFigureOut">
              <a:rPr lang="en-US"/>
              <a:t>2/12/2023</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cxnSp>
        <p:nvCxnSpPr>
          <p:cNvPr id="8" name="Straight Connector 7"/>
          <p:cNvCxnSpPr/>
          <p:nvPr/>
        </p:nvCxnSpPr>
        <p:spPr>
          <a:xfrm>
            <a:off x="1658936" y="2743200"/>
            <a:ext cx="3902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498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3" y="685800"/>
            <a:ext cx="4114800" cy="1925638"/>
          </a:xfrm>
        </p:spPr>
        <p:txBody>
          <a:bodyPr anchor="b">
            <a:normAutofit/>
          </a:bodyPr>
          <a:lstStyle>
            <a:lvl1pPr algn="l">
              <a:lnSpc>
                <a:spcPct val="80000"/>
              </a:lnSpc>
              <a:defRPr sz="4000" b="0" i="0" baseline="0">
                <a:solidFill>
                  <a:schemeClr val="accent1">
                    <a:lumMod val="50000"/>
                  </a:schemeClr>
                </a:solidFill>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6025925" y="-50118"/>
            <a:ext cx="6172198" cy="6857999"/>
          </a:xfrm>
          <a:solidFill>
            <a:schemeClr val="bg2"/>
          </a:solidFill>
          <a:effectLst>
            <a:outerShdw blurRad="152400" dist="50800" dir="10800000" algn="r" rotWithShape="0">
              <a:prstClr val="black">
                <a:alpha val="25000"/>
              </a:prstClr>
            </a:outerShdw>
          </a:effectLst>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1522413" y="2895599"/>
            <a:ext cx="4114800" cy="1752601"/>
          </a:xfrm>
        </p:spPr>
        <p:txBody>
          <a:bodyPr>
            <a:normAutofit/>
          </a:bodyPr>
          <a:lstStyle>
            <a:lvl1pPr marL="0" indent="0">
              <a:lnSpc>
                <a:spcPct val="90000"/>
              </a:lnSpc>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0" name="Straight Connector 9"/>
          <p:cNvCxnSpPr/>
          <p:nvPr/>
        </p:nvCxnSpPr>
        <p:spPr>
          <a:xfrm>
            <a:off x="1658936" y="2743200"/>
            <a:ext cx="3902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9172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03F41C87-7AD9-4845-A077-840E4A0F3F06}" type="datetimeFigureOut">
              <a:rPr lang="en-US"/>
              <a:t>2/12/2023</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60095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23412" y="646112"/>
            <a:ext cx="1828801" cy="5522913"/>
          </a:xfrm>
        </p:spPr>
        <p:txBody>
          <a:bodyPr vert="eaVert"/>
          <a:lstStyle>
            <a:lvl1pPr>
              <a:defRPr>
                <a:solidFill>
                  <a:schemeClr val="accent1">
                    <a:lumMod val="50000"/>
                  </a:schemeClr>
                </a:solidFill>
              </a:defRPr>
            </a:lvl1pPr>
          </a:lstStyle>
          <a:p>
            <a:r>
              <a:rPr lang="en-US"/>
              <a:t>Click to edit Master title style</a:t>
            </a:r>
            <a:endParaRPr/>
          </a:p>
        </p:txBody>
      </p:sp>
      <p:sp>
        <p:nvSpPr>
          <p:cNvPr id="3" name="Vertical Text Placeholder 2"/>
          <p:cNvSpPr>
            <a:spLocks noGrp="1"/>
          </p:cNvSpPr>
          <p:nvPr>
            <p:ph type="body" orient="vert" idx="1"/>
          </p:nvPr>
        </p:nvSpPr>
        <p:spPr>
          <a:xfrm>
            <a:off x="1522412" y="646112"/>
            <a:ext cx="7620000" cy="55229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03F41C87-7AD9-4845-A077-840E4A0F3F06}" type="datetimeFigureOut">
              <a:rPr lang="en-US"/>
              <a:t>2/12/2023</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7" name="Straight Connector 6"/>
          <p:cNvCxnSpPr/>
          <p:nvPr/>
        </p:nvCxnSpPr>
        <p:spPr>
          <a:xfrm>
            <a:off x="9371012" y="762000"/>
            <a:ext cx="0" cy="533400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903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3" y="381000"/>
            <a:ext cx="9829799" cy="12192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3" y="1981200"/>
            <a:ext cx="9829799" cy="41878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413" y="6400800"/>
            <a:ext cx="5954834" cy="276228"/>
          </a:xfrm>
          <a:prstGeom prst="rect">
            <a:avLst/>
          </a:prstGeom>
        </p:spPr>
        <p:txBody>
          <a:bodyPr vert="horz" lIns="91440" tIns="45720" rIns="91440" bIns="45720" rtlCol="0" anchor="ctr"/>
          <a:lstStyle>
            <a:lvl1pPr algn="l">
              <a:defRPr sz="1100">
                <a:solidFill>
                  <a:schemeClr val="tx1"/>
                </a:solidFill>
              </a:defRPr>
            </a:lvl1pPr>
          </a:lstStyle>
          <a:p>
            <a:r>
              <a:rPr lang="en-US"/>
              <a:t>Add a footer</a:t>
            </a:r>
            <a:endParaRPr lang="en-US" dirty="0"/>
          </a:p>
        </p:txBody>
      </p:sp>
      <p:sp>
        <p:nvSpPr>
          <p:cNvPr id="4" name="Date Placeholder 3"/>
          <p:cNvSpPr>
            <a:spLocks noGrp="1"/>
          </p:cNvSpPr>
          <p:nvPr>
            <p:ph type="dt" sz="half" idx="2"/>
          </p:nvPr>
        </p:nvSpPr>
        <p:spPr>
          <a:xfrm>
            <a:off x="8228011" y="6400800"/>
            <a:ext cx="1548659" cy="276228"/>
          </a:xfrm>
          <a:prstGeom prst="rect">
            <a:avLst/>
          </a:prstGeom>
        </p:spPr>
        <p:txBody>
          <a:bodyPr vert="horz" lIns="91440" tIns="45720" rIns="91440" bIns="45720" rtlCol="0" anchor="ctr"/>
          <a:lstStyle>
            <a:lvl1pPr algn="r">
              <a:defRPr sz="1100">
                <a:solidFill>
                  <a:schemeClr val="tx1"/>
                </a:solidFill>
              </a:defRPr>
            </a:lvl1pPr>
          </a:lstStyle>
          <a:p>
            <a:fld id="{03F41C87-7AD9-4845-A077-840E4A0F3F06}" type="datetimeFigureOut">
              <a:rPr lang="en-US" smtClean="0"/>
              <a:pPr/>
              <a:t>2/12/2023</a:t>
            </a:fld>
            <a:endParaRPr lang="en-US"/>
          </a:p>
        </p:txBody>
      </p:sp>
      <p:sp>
        <p:nvSpPr>
          <p:cNvPr id="6" name="Slide Number Placeholder 5"/>
          <p:cNvSpPr>
            <a:spLocks noGrp="1"/>
          </p:cNvSpPr>
          <p:nvPr>
            <p:ph type="sldNum" sz="quarter" idx="4"/>
          </p:nvPr>
        </p:nvSpPr>
        <p:spPr>
          <a:xfrm>
            <a:off x="10285411" y="6400800"/>
            <a:ext cx="1066802" cy="276228"/>
          </a:xfrm>
          <a:prstGeom prst="rect">
            <a:avLst/>
          </a:prstGeom>
        </p:spPr>
        <p:txBody>
          <a:bodyPr vert="horz" lIns="91440" tIns="45720" rIns="91440" bIns="45720" rtlCol="0" anchor="ctr"/>
          <a:lstStyle>
            <a:lvl1pPr algn="r">
              <a:defRPr sz="1100">
                <a:solidFill>
                  <a:schemeClr val="tx1"/>
                </a:solidFill>
              </a:defRPr>
            </a:lvl1pPr>
          </a:lstStyle>
          <a:p>
            <a:fld id="{2A013F82-EE5E-44EE-A61D-E31C6657F26F}" type="slidenum">
              <a:rPr lang="en-US" smtClean="0"/>
              <a:pPr/>
              <a:t>‹#›</a:t>
            </a:fld>
            <a:endParaRPr lang="en-US"/>
          </a:p>
        </p:txBody>
      </p:sp>
      <p:pic>
        <p:nvPicPr>
          <p:cNvPr id="9" name="Picture 8"/>
          <p:cNvPicPr>
            <a:picLocks noChangeAspect="1"/>
          </p:cNvPicPr>
          <p:nvPr/>
        </p:nvPicPr>
        <p:blipFill rotWithShape="1">
          <a:blip r:embed="rId13" cstate="print">
            <a:extLst>
              <a:ext uri="{28A0092B-C50C-407E-A947-70E740481C1C}">
                <a14:useLocalDpi xmlns:a14="http://schemas.microsoft.com/office/drawing/2010/main" val="0"/>
              </a:ext>
            </a:extLst>
          </a:blip>
          <a:srcRect/>
          <a:stretch/>
        </p:blipFill>
        <p:spPr>
          <a:xfrm>
            <a:off x="1" y="0"/>
            <a:ext cx="1065213" cy="6858000"/>
          </a:xfrm>
          <a:prstGeom prst="rect">
            <a:avLst/>
          </a:prstGeom>
        </p:spPr>
      </p:pic>
      <p:sp>
        <p:nvSpPr>
          <p:cNvPr id="10" name="Rectangle 9"/>
          <p:cNvSpPr/>
          <p:nvPr/>
        </p:nvSpPr>
        <p:spPr>
          <a:xfrm>
            <a:off x="1" y="0"/>
            <a:ext cx="1065213" cy="6858000"/>
          </a:xfrm>
          <a:prstGeom prst="rect">
            <a:avLst/>
          </a:prstGeom>
          <a:gradFill flip="none" rotWithShape="1">
            <a:gsLst>
              <a:gs pos="75000">
                <a:schemeClr val="tx2">
                  <a:alpha val="0"/>
                </a:schemeClr>
              </a:gs>
              <a:gs pos="100000">
                <a:schemeClr val="tx2">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403059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p:titleStyle>
    <p:bodyStyle>
      <a:lvl1pPr marL="223838" indent="-223838" algn="l" defTabSz="914400" rtl="0" eaLnBrk="1" latinLnBrk="0" hangingPunct="1">
        <a:lnSpc>
          <a:spcPct val="90000"/>
        </a:lnSpc>
        <a:spcBef>
          <a:spcPts val="1800"/>
        </a:spcBef>
        <a:buClr>
          <a:schemeClr val="tx1">
            <a:lumMod val="90000"/>
            <a:lumOff val="10000"/>
          </a:schemeClr>
        </a:buClr>
        <a:buSzPct val="80000"/>
        <a:buFont typeface="Arial" pitchFamily="34" charset="0"/>
        <a:buChar char="•"/>
        <a:defRPr sz="2400" kern="1200">
          <a:solidFill>
            <a:schemeClr val="tx1"/>
          </a:solidFill>
          <a:latin typeface="+mn-lt"/>
          <a:ea typeface="+mn-ea"/>
          <a:cs typeface="+mn-cs"/>
        </a:defRPr>
      </a:lvl1pPr>
      <a:lvl2pPr marL="511175" indent="-228600" algn="l" defTabSz="914400" rtl="0" eaLnBrk="1" latinLnBrk="0" hangingPunct="1">
        <a:lnSpc>
          <a:spcPct val="90000"/>
        </a:lnSpc>
        <a:spcBef>
          <a:spcPts val="1000"/>
        </a:spcBef>
        <a:buClr>
          <a:schemeClr val="tx1">
            <a:lumMod val="90000"/>
            <a:lumOff val="10000"/>
          </a:schemeClr>
        </a:buClr>
        <a:buSzPct val="80000"/>
        <a:buFont typeface="Arial" pitchFamily="34" charset="0"/>
        <a:buChar char="•"/>
        <a:defRPr sz="2000" kern="1200">
          <a:solidFill>
            <a:schemeClr val="tx1"/>
          </a:solidFill>
          <a:latin typeface="+mn-lt"/>
          <a:ea typeface="+mn-ea"/>
          <a:cs typeface="+mn-cs"/>
        </a:defRPr>
      </a:lvl2pPr>
      <a:lvl3pPr marL="685800"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800" kern="1200">
          <a:solidFill>
            <a:schemeClr val="tx1"/>
          </a:solidFill>
          <a:latin typeface="+mn-lt"/>
          <a:ea typeface="+mn-ea"/>
          <a:cs typeface="+mn-cs"/>
        </a:defRPr>
      </a:lvl3pPr>
      <a:lvl4pPr marL="860425"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4pPr>
      <a:lvl5pPr marL="1033463" indent="-173038"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0825" y="980728"/>
            <a:ext cx="5945188" cy="3048000"/>
          </a:xfrm>
        </p:spPr>
        <p:txBody>
          <a:bodyPr>
            <a:normAutofit/>
          </a:bodyPr>
          <a:lstStyle/>
          <a:p>
            <a:r>
              <a:rPr lang="en-US" sz="6000" dirty="0">
                <a:latin typeface="Algerian" panose="04020705040A02060702" pitchFamily="82" charset="0"/>
              </a:rPr>
              <a:t>     PRINCIPLES</a:t>
            </a:r>
            <a:br>
              <a:rPr lang="en-US" sz="6000" dirty="0">
                <a:latin typeface="Algerian" panose="04020705040A02060702" pitchFamily="82" charset="0"/>
              </a:rPr>
            </a:br>
            <a:r>
              <a:rPr lang="en-US" sz="6000" dirty="0">
                <a:latin typeface="Algerian" panose="04020705040A02060702" pitchFamily="82" charset="0"/>
              </a:rPr>
              <a:t>  OF Economics</a:t>
            </a:r>
          </a:p>
        </p:txBody>
      </p:sp>
      <p:sp>
        <p:nvSpPr>
          <p:cNvPr id="3" name="Subtitle 2"/>
          <p:cNvSpPr>
            <a:spLocks noGrp="1"/>
          </p:cNvSpPr>
          <p:nvPr>
            <p:ph type="subTitle" idx="1"/>
          </p:nvPr>
        </p:nvSpPr>
        <p:spPr/>
        <p:txBody>
          <a:bodyPr/>
          <a:lstStyle/>
          <a:p>
            <a:r>
              <a:rPr lang="en-US" dirty="0"/>
              <a:t>             Meaning and Concept</a:t>
            </a:r>
          </a:p>
        </p:txBody>
      </p:sp>
    </p:spTree>
    <p:extLst>
      <p:ext uri="{BB962C8B-B14F-4D97-AF65-F5344CB8AC3E}">
        <p14:creationId xmlns:p14="http://schemas.microsoft.com/office/powerpoint/2010/main" val="2320115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   ECONOMICS – MEANING AND CONCEPT </a:t>
            </a:r>
          </a:p>
        </p:txBody>
      </p:sp>
      <p:sp>
        <p:nvSpPr>
          <p:cNvPr id="14" name="Content Placeholder 13"/>
          <p:cNvSpPr>
            <a:spLocks noGrp="1"/>
          </p:cNvSpPr>
          <p:nvPr>
            <p:ph idx="1"/>
          </p:nvPr>
        </p:nvSpPr>
        <p:spPr/>
        <p:txBody>
          <a:bodyPr>
            <a:normAutofit fontScale="77500" lnSpcReduction="20000"/>
          </a:bodyPr>
          <a:lstStyle/>
          <a:p>
            <a:pPr algn="just"/>
            <a:r>
              <a:rPr lang="en-US" sz="3100" b="1" i="0" dirty="0">
                <a:solidFill>
                  <a:srgbClr val="353C3F"/>
                </a:solidFill>
                <a:effectLst/>
                <a:latin typeface="Times New Roman" panose="02020603050405020304" pitchFamily="18" charset="0"/>
                <a:cs typeface="Times New Roman" panose="02020603050405020304" pitchFamily="18" charset="0"/>
              </a:rPr>
              <a:t>The word Economics can be traced back to the Greek word </a:t>
            </a:r>
            <a:r>
              <a:rPr lang="en-US" sz="3100" b="1" i="1" dirty="0">
                <a:solidFill>
                  <a:srgbClr val="353C3F"/>
                </a:solidFill>
                <a:effectLst/>
                <a:latin typeface="Times New Roman" panose="02020603050405020304" pitchFamily="18" charset="0"/>
                <a:cs typeface="Times New Roman" panose="02020603050405020304" pitchFamily="18" charset="0"/>
              </a:rPr>
              <a:t>oikonomia</a:t>
            </a:r>
            <a:r>
              <a:rPr lang="en-US" sz="3100" b="1" i="0" dirty="0">
                <a:solidFill>
                  <a:srgbClr val="353C3F"/>
                </a:solidFill>
                <a:effectLst/>
                <a:latin typeface="Times New Roman" panose="02020603050405020304" pitchFamily="18" charset="0"/>
                <a:cs typeface="Times New Roman" panose="02020603050405020304" pitchFamily="18" charset="0"/>
              </a:rPr>
              <a:t>, which in turn is composed of two words: </a:t>
            </a:r>
            <a:r>
              <a:rPr lang="en-US" sz="3100" b="1" i="1" dirty="0">
                <a:solidFill>
                  <a:srgbClr val="353C3F"/>
                </a:solidFill>
                <a:effectLst/>
                <a:latin typeface="Times New Roman" panose="02020603050405020304" pitchFamily="18" charset="0"/>
                <a:cs typeface="Times New Roman" panose="02020603050405020304" pitchFamily="18" charset="0"/>
              </a:rPr>
              <a:t>oikos</a:t>
            </a:r>
            <a:r>
              <a:rPr lang="en-US" sz="3100" b="1" i="0" dirty="0">
                <a:solidFill>
                  <a:srgbClr val="353C3F"/>
                </a:solidFill>
                <a:effectLst/>
                <a:latin typeface="Times New Roman" panose="02020603050405020304" pitchFamily="18" charset="0"/>
                <a:cs typeface="Times New Roman" panose="02020603050405020304" pitchFamily="18" charset="0"/>
              </a:rPr>
              <a:t>, which is usually translated as "household"; and </a:t>
            </a:r>
            <a:r>
              <a:rPr lang="en-US" sz="3100" b="1" i="1" dirty="0">
                <a:solidFill>
                  <a:srgbClr val="353C3F"/>
                </a:solidFill>
                <a:effectLst/>
                <a:latin typeface="Times New Roman" panose="02020603050405020304" pitchFamily="18" charset="0"/>
                <a:cs typeface="Times New Roman" panose="02020603050405020304" pitchFamily="18" charset="0"/>
              </a:rPr>
              <a:t>nemein</a:t>
            </a:r>
            <a:r>
              <a:rPr lang="en-US" sz="3100" b="1" i="0" dirty="0">
                <a:solidFill>
                  <a:srgbClr val="353C3F"/>
                </a:solidFill>
                <a:effectLst/>
                <a:latin typeface="Times New Roman" panose="02020603050405020304" pitchFamily="18" charset="0"/>
                <a:cs typeface="Times New Roman" panose="02020603050405020304" pitchFamily="18" charset="0"/>
              </a:rPr>
              <a:t>, which is best translated as "management." Thus, the term oikonomia is referred to as the "household management”. </a:t>
            </a:r>
            <a:r>
              <a:rPr lang="en-US" sz="2800" b="1" i="0" dirty="0">
                <a:solidFill>
                  <a:srgbClr val="202124"/>
                </a:solidFill>
                <a:effectLst/>
                <a:latin typeface="Times New Roman" panose="02020603050405020304" pitchFamily="18" charset="0"/>
                <a:cs typeface="Times New Roman" panose="02020603050405020304" pitchFamily="18" charset="0"/>
              </a:rPr>
              <a:t>Adam Smith was renowned as the father of economics.</a:t>
            </a:r>
          </a:p>
          <a:p>
            <a:pPr algn="just"/>
            <a:r>
              <a:rPr lang="en-US" sz="2800" b="1" i="0" dirty="0">
                <a:solidFill>
                  <a:srgbClr val="202124"/>
                </a:solidFill>
                <a:effectLst/>
                <a:latin typeface="Times New Roman" panose="02020603050405020304" pitchFamily="18" charset="0"/>
                <a:cs typeface="Times New Roman" panose="02020603050405020304" pitchFamily="18" charset="0"/>
              </a:rPr>
              <a:t>Economics, by definition, is the study of wealth and resources.</a:t>
            </a:r>
          </a:p>
          <a:p>
            <a:pPr algn="just"/>
            <a:r>
              <a:rPr lang="en-US" sz="2800" b="1" i="0" dirty="0">
                <a:solidFill>
                  <a:srgbClr val="202124"/>
                </a:solidFill>
                <a:effectLst/>
                <a:latin typeface="Times New Roman" panose="02020603050405020304" pitchFamily="18" charset="0"/>
                <a:cs typeface="Times New Roman" panose="02020603050405020304" pitchFamily="18" charset="0"/>
              </a:rPr>
              <a:t>The study of economics helps people understand the world around them. It enables people to understand people, businesses, markets and governments, and therefore better respond to the opportunities that emerge when things change.</a:t>
            </a:r>
          </a:p>
          <a:p>
            <a:pPr algn="just"/>
            <a:r>
              <a:rPr lang="en-US" sz="2800" b="1" i="0" dirty="0">
                <a:solidFill>
                  <a:srgbClr val="202124"/>
                </a:solidFill>
                <a:effectLst/>
                <a:latin typeface="Times New Roman" panose="02020603050405020304" pitchFamily="18" charset="0"/>
                <a:cs typeface="Times New Roman" panose="02020603050405020304" pitchFamily="18" charset="0"/>
              </a:rPr>
              <a:t>The two basic branches of economics are -  microeconomics and macroeconomics.</a:t>
            </a:r>
          </a:p>
          <a:p>
            <a:endParaRPr lang="en-US" dirty="0"/>
          </a:p>
        </p:txBody>
      </p:sp>
    </p:spTree>
    <p:extLst>
      <p:ext uri="{BB962C8B-B14F-4D97-AF65-F5344CB8AC3E}">
        <p14:creationId xmlns:p14="http://schemas.microsoft.com/office/powerpoint/2010/main" val="2717604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Introduction</a:t>
            </a:r>
          </a:p>
        </p:txBody>
      </p:sp>
      <p:sp>
        <p:nvSpPr>
          <p:cNvPr id="5" name="Content Placeholder 4">
            <a:extLst>
              <a:ext uri="{FF2B5EF4-FFF2-40B4-BE49-F238E27FC236}">
                <a16:creationId xmlns:a16="http://schemas.microsoft.com/office/drawing/2014/main" id="{9F917F90-B687-9B8E-3FF6-52DDBD03F6BA}"/>
              </a:ext>
            </a:extLst>
          </p:cNvPr>
          <p:cNvSpPr>
            <a:spLocks noGrp="1"/>
          </p:cNvSpPr>
          <p:nvPr>
            <p:ph idx="1"/>
          </p:nvPr>
        </p:nvSpPr>
        <p:spPr/>
        <p:txBody>
          <a:bodyPr/>
          <a:lstStyle/>
          <a:p>
            <a:endParaRPr lang="en-IN"/>
          </a:p>
        </p:txBody>
      </p:sp>
      <p:pic>
        <p:nvPicPr>
          <p:cNvPr id="8" name="Picture 7">
            <a:extLst>
              <a:ext uri="{FF2B5EF4-FFF2-40B4-BE49-F238E27FC236}">
                <a16:creationId xmlns:a16="http://schemas.microsoft.com/office/drawing/2014/main" id="{23D63EBF-74C9-2ECD-8C15-1D45E52199B1}"/>
              </a:ext>
            </a:extLst>
          </p:cNvPr>
          <p:cNvPicPr>
            <a:picLocks noChangeAspect="1"/>
          </p:cNvPicPr>
          <p:nvPr/>
        </p:nvPicPr>
        <p:blipFill>
          <a:blip r:embed="rId2"/>
          <a:stretch>
            <a:fillRect/>
          </a:stretch>
        </p:blipFill>
        <p:spPr>
          <a:xfrm>
            <a:off x="1522413" y="1981200"/>
            <a:ext cx="9891515" cy="4187825"/>
          </a:xfrm>
          <a:prstGeom prst="rect">
            <a:avLst/>
          </a:prstGeom>
        </p:spPr>
      </p:pic>
    </p:spTree>
    <p:extLst>
      <p:ext uri="{BB962C8B-B14F-4D97-AF65-F5344CB8AC3E}">
        <p14:creationId xmlns:p14="http://schemas.microsoft.com/office/powerpoint/2010/main" val="2193902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30C354-C913-5059-4D29-1744B2162905}"/>
              </a:ext>
            </a:extLst>
          </p:cNvPr>
          <p:cNvSpPr>
            <a:spLocks noGrp="1"/>
          </p:cNvSpPr>
          <p:nvPr>
            <p:ph idx="1"/>
          </p:nvPr>
        </p:nvSpPr>
        <p:spPr/>
        <p:txBody>
          <a:bodyPr>
            <a:normAutofit fontScale="92500" lnSpcReduction="20000"/>
          </a:bodyPr>
          <a:lstStyle/>
          <a:p>
            <a:pPr marL="0" indent="0">
              <a:buNone/>
            </a:pPr>
            <a:r>
              <a:rPr lang="en-US" sz="6000" b="1" dirty="0">
                <a:solidFill>
                  <a:srgbClr val="FFC000"/>
                </a:solidFill>
              </a:rPr>
              <a:t>   BRANCHES OF ECONOMICS:</a:t>
            </a:r>
          </a:p>
          <a:p>
            <a:pPr marL="0" indent="0">
              <a:buNone/>
            </a:pPr>
            <a:r>
              <a:rPr lang="en-US" sz="6000" b="1" dirty="0">
                <a:solidFill>
                  <a:srgbClr val="FFC000"/>
                </a:solidFill>
              </a:rPr>
              <a:t>          MICRO ECONOMICS</a:t>
            </a:r>
          </a:p>
          <a:p>
            <a:pPr marL="0" indent="0">
              <a:buNone/>
            </a:pPr>
            <a:r>
              <a:rPr lang="en-US" sz="6000" b="1" dirty="0">
                <a:solidFill>
                  <a:srgbClr val="FFC000"/>
                </a:solidFill>
              </a:rPr>
              <a:t>                         AND</a:t>
            </a:r>
          </a:p>
          <a:p>
            <a:pPr marL="0" indent="0">
              <a:buNone/>
            </a:pPr>
            <a:r>
              <a:rPr lang="en-US" sz="6000" b="1" dirty="0">
                <a:solidFill>
                  <a:srgbClr val="FFC000"/>
                </a:solidFill>
              </a:rPr>
              <a:t>          MACRO ECONOMICS</a:t>
            </a:r>
          </a:p>
          <a:p>
            <a:pPr marL="0" indent="0">
              <a:buNone/>
            </a:pPr>
            <a:r>
              <a:rPr lang="en-US" sz="6000" b="1" dirty="0">
                <a:solidFill>
                  <a:srgbClr val="FFC000"/>
                </a:solidFill>
              </a:rPr>
              <a:t>                   (CONCEPT)</a:t>
            </a:r>
            <a:endParaRPr lang="en-IN" sz="6000" dirty="0">
              <a:solidFill>
                <a:srgbClr val="FFC000"/>
              </a:solidFill>
            </a:endParaRPr>
          </a:p>
        </p:txBody>
      </p:sp>
    </p:spTree>
    <p:extLst>
      <p:ext uri="{BB962C8B-B14F-4D97-AF65-F5344CB8AC3E}">
        <p14:creationId xmlns:p14="http://schemas.microsoft.com/office/powerpoint/2010/main" val="3025190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1A705-9588-FBF6-1849-B0D98C30EB19}"/>
              </a:ext>
            </a:extLst>
          </p:cNvPr>
          <p:cNvSpPr>
            <a:spLocks noGrp="1"/>
          </p:cNvSpPr>
          <p:nvPr>
            <p:ph type="title"/>
          </p:nvPr>
        </p:nvSpPr>
        <p:spPr/>
        <p:txBody>
          <a:bodyPr/>
          <a:lstStyle/>
          <a:p>
            <a:r>
              <a:rPr lang="en-US" dirty="0"/>
              <a:t>                     </a:t>
            </a:r>
            <a:r>
              <a:rPr lang="en-US" sz="6000" b="1" dirty="0"/>
              <a:t>Micro Economics</a:t>
            </a:r>
            <a:endParaRPr lang="en-IN" sz="6000" b="1" dirty="0"/>
          </a:p>
        </p:txBody>
      </p:sp>
      <p:pic>
        <p:nvPicPr>
          <p:cNvPr id="5" name="Content Placeholder 4">
            <a:extLst>
              <a:ext uri="{FF2B5EF4-FFF2-40B4-BE49-F238E27FC236}">
                <a16:creationId xmlns:a16="http://schemas.microsoft.com/office/drawing/2014/main" id="{AF82925E-2C97-379A-A51E-A59C3ECF7FE1}"/>
              </a:ext>
            </a:extLst>
          </p:cNvPr>
          <p:cNvPicPr>
            <a:picLocks noGrp="1" noChangeAspect="1"/>
          </p:cNvPicPr>
          <p:nvPr>
            <p:ph idx="1"/>
          </p:nvPr>
        </p:nvPicPr>
        <p:blipFill>
          <a:blip r:embed="rId2"/>
          <a:stretch>
            <a:fillRect/>
          </a:stretch>
        </p:blipFill>
        <p:spPr>
          <a:xfrm>
            <a:off x="1629917" y="2060848"/>
            <a:ext cx="5040560" cy="4187825"/>
          </a:xfrm>
        </p:spPr>
      </p:pic>
      <p:pic>
        <p:nvPicPr>
          <p:cNvPr id="6" name="Picture 5">
            <a:extLst>
              <a:ext uri="{FF2B5EF4-FFF2-40B4-BE49-F238E27FC236}">
                <a16:creationId xmlns:a16="http://schemas.microsoft.com/office/drawing/2014/main" id="{F9931605-B52B-98B1-4B9D-B32D227F7C68}"/>
              </a:ext>
            </a:extLst>
          </p:cNvPr>
          <p:cNvPicPr>
            <a:picLocks noChangeAspect="1"/>
          </p:cNvPicPr>
          <p:nvPr/>
        </p:nvPicPr>
        <p:blipFill>
          <a:blip r:embed="rId3"/>
          <a:stretch>
            <a:fillRect/>
          </a:stretch>
        </p:blipFill>
        <p:spPr>
          <a:xfrm>
            <a:off x="7030516" y="2050552"/>
            <a:ext cx="4321696" cy="4198121"/>
          </a:xfrm>
          <a:prstGeom prst="rect">
            <a:avLst/>
          </a:prstGeom>
        </p:spPr>
      </p:pic>
    </p:spTree>
    <p:extLst>
      <p:ext uri="{BB962C8B-B14F-4D97-AF65-F5344CB8AC3E}">
        <p14:creationId xmlns:p14="http://schemas.microsoft.com/office/powerpoint/2010/main" val="1440265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3F346-C820-4852-5D33-283BF86BE9EA}"/>
              </a:ext>
            </a:extLst>
          </p:cNvPr>
          <p:cNvSpPr>
            <a:spLocks noGrp="1"/>
          </p:cNvSpPr>
          <p:nvPr>
            <p:ph type="title"/>
          </p:nvPr>
        </p:nvSpPr>
        <p:spPr/>
        <p:txBody>
          <a:bodyPr>
            <a:normAutofit/>
          </a:bodyPr>
          <a:lstStyle/>
          <a:p>
            <a:r>
              <a:rPr lang="en-US" sz="5400" b="1" dirty="0"/>
              <a:t>           Macro Economics</a:t>
            </a:r>
            <a:endParaRPr lang="en-IN" sz="5400" b="1" dirty="0"/>
          </a:p>
        </p:txBody>
      </p:sp>
      <p:pic>
        <p:nvPicPr>
          <p:cNvPr id="9" name="Content Placeholder 8">
            <a:extLst>
              <a:ext uri="{FF2B5EF4-FFF2-40B4-BE49-F238E27FC236}">
                <a16:creationId xmlns:a16="http://schemas.microsoft.com/office/drawing/2014/main" id="{431E29AA-B223-4FC9-2B3F-E0AC6072C450}"/>
              </a:ext>
            </a:extLst>
          </p:cNvPr>
          <p:cNvPicPr>
            <a:picLocks noGrp="1" noChangeAspect="1"/>
          </p:cNvPicPr>
          <p:nvPr>
            <p:ph idx="1"/>
          </p:nvPr>
        </p:nvPicPr>
        <p:blipFill>
          <a:blip r:embed="rId2"/>
          <a:stretch>
            <a:fillRect/>
          </a:stretch>
        </p:blipFill>
        <p:spPr>
          <a:xfrm>
            <a:off x="7390557" y="1981200"/>
            <a:ext cx="3888432" cy="4187825"/>
          </a:xfrm>
          <a:prstGeom prst="rect">
            <a:avLst/>
          </a:prstGeom>
        </p:spPr>
      </p:pic>
      <p:pic>
        <p:nvPicPr>
          <p:cNvPr id="8" name="Picture 7">
            <a:extLst>
              <a:ext uri="{FF2B5EF4-FFF2-40B4-BE49-F238E27FC236}">
                <a16:creationId xmlns:a16="http://schemas.microsoft.com/office/drawing/2014/main" id="{0339BCCA-8DC5-1C29-96F2-AA5D1278981F}"/>
              </a:ext>
            </a:extLst>
          </p:cNvPr>
          <p:cNvPicPr>
            <a:picLocks noChangeAspect="1"/>
          </p:cNvPicPr>
          <p:nvPr/>
        </p:nvPicPr>
        <p:blipFill>
          <a:blip r:embed="rId3"/>
          <a:stretch>
            <a:fillRect/>
          </a:stretch>
        </p:blipFill>
        <p:spPr>
          <a:xfrm>
            <a:off x="1522413" y="1981200"/>
            <a:ext cx="5724127" cy="4187825"/>
          </a:xfrm>
          <a:prstGeom prst="rect">
            <a:avLst/>
          </a:prstGeom>
        </p:spPr>
      </p:pic>
    </p:spTree>
    <p:extLst>
      <p:ext uri="{BB962C8B-B14F-4D97-AF65-F5344CB8AC3E}">
        <p14:creationId xmlns:p14="http://schemas.microsoft.com/office/powerpoint/2010/main" val="2849671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C032B0-292D-520B-5D2F-967BDE2A56B5}"/>
              </a:ext>
            </a:extLst>
          </p:cNvPr>
          <p:cNvSpPr>
            <a:spLocks noGrp="1"/>
          </p:cNvSpPr>
          <p:nvPr>
            <p:ph idx="1"/>
          </p:nvPr>
        </p:nvSpPr>
        <p:spPr/>
        <p:txBody>
          <a:bodyPr>
            <a:normAutofit/>
          </a:bodyPr>
          <a:lstStyle/>
          <a:p>
            <a:pPr marL="0" indent="0">
              <a:buNone/>
            </a:pPr>
            <a:r>
              <a:rPr lang="en-US" sz="6600" b="1" dirty="0"/>
              <a:t>   Principle Concepts of</a:t>
            </a:r>
          </a:p>
          <a:p>
            <a:pPr marL="0" indent="0">
              <a:buNone/>
            </a:pPr>
            <a:r>
              <a:rPr lang="en-US" sz="6600" b="1" dirty="0"/>
              <a:t>              Economics</a:t>
            </a:r>
            <a:endParaRPr lang="en-IN" sz="6600" b="1" dirty="0"/>
          </a:p>
        </p:txBody>
      </p:sp>
    </p:spTree>
    <p:extLst>
      <p:ext uri="{BB962C8B-B14F-4D97-AF65-F5344CB8AC3E}">
        <p14:creationId xmlns:p14="http://schemas.microsoft.com/office/powerpoint/2010/main" val="3895654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dirty="0"/>
              <a:t>Principle Concepts to Economics</a:t>
            </a:r>
          </a:p>
        </p:txBody>
      </p:sp>
      <p:pic>
        <p:nvPicPr>
          <p:cNvPr id="4" name="Picture 3">
            <a:extLst>
              <a:ext uri="{FF2B5EF4-FFF2-40B4-BE49-F238E27FC236}">
                <a16:creationId xmlns:a16="http://schemas.microsoft.com/office/drawing/2014/main" id="{009FF215-C6A6-D0D2-5201-0AAD1046ED0F}"/>
              </a:ext>
            </a:extLst>
          </p:cNvPr>
          <p:cNvPicPr>
            <a:picLocks noChangeAspect="1"/>
          </p:cNvPicPr>
          <p:nvPr/>
        </p:nvPicPr>
        <p:blipFill>
          <a:blip r:embed="rId2"/>
          <a:stretch>
            <a:fillRect/>
          </a:stretch>
        </p:blipFill>
        <p:spPr>
          <a:xfrm>
            <a:off x="1845940" y="1988840"/>
            <a:ext cx="9433048" cy="4488160"/>
          </a:xfrm>
          <a:prstGeom prst="rect">
            <a:avLst/>
          </a:prstGeom>
        </p:spPr>
      </p:pic>
    </p:spTree>
    <p:extLst>
      <p:ext uri="{BB962C8B-B14F-4D97-AF65-F5344CB8AC3E}">
        <p14:creationId xmlns:p14="http://schemas.microsoft.com/office/powerpoint/2010/main" val="102866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055784-880D-D8D5-792A-B752A569C297}"/>
              </a:ext>
            </a:extLst>
          </p:cNvPr>
          <p:cNvSpPr txBox="1"/>
          <p:nvPr/>
        </p:nvSpPr>
        <p:spPr>
          <a:xfrm>
            <a:off x="1701924" y="1988840"/>
            <a:ext cx="9433048" cy="4154984"/>
          </a:xfrm>
          <a:prstGeom prst="rect">
            <a:avLst/>
          </a:prstGeom>
          <a:noFill/>
        </p:spPr>
        <p:txBody>
          <a:bodyPr wrap="square">
            <a:spAutoFit/>
          </a:bodyPr>
          <a:lstStyle/>
          <a:p>
            <a:r>
              <a:rPr lang="en-US" sz="5400" b="1" dirty="0">
                <a:latin typeface="Arial Black" panose="020B0A04020102020204" pitchFamily="34" charset="0"/>
              </a:rPr>
              <a:t>          </a:t>
            </a:r>
            <a:r>
              <a:rPr lang="en-US" sz="6600" b="1" dirty="0">
                <a:solidFill>
                  <a:srgbClr val="FFC000"/>
                </a:solidFill>
                <a:latin typeface="Arial Black" panose="020B0A04020102020204" pitchFamily="34" charset="0"/>
              </a:rPr>
              <a:t>Scarcity</a:t>
            </a:r>
            <a:br>
              <a:rPr lang="en-US" sz="6600" b="1" dirty="0">
                <a:solidFill>
                  <a:srgbClr val="FFC000"/>
                </a:solidFill>
                <a:latin typeface="Arial Black" panose="020B0A04020102020204" pitchFamily="34" charset="0"/>
              </a:rPr>
            </a:br>
            <a:r>
              <a:rPr lang="en-US" sz="6600" b="1" dirty="0">
                <a:solidFill>
                  <a:srgbClr val="FFC000"/>
                </a:solidFill>
                <a:latin typeface="Arial Black" panose="020B0A04020102020204" pitchFamily="34" charset="0"/>
              </a:rPr>
              <a:t>         Choice </a:t>
            </a:r>
            <a:br>
              <a:rPr lang="en-US" sz="6600" b="1" dirty="0">
                <a:solidFill>
                  <a:srgbClr val="FFC000"/>
                </a:solidFill>
                <a:latin typeface="Arial Black" panose="020B0A04020102020204" pitchFamily="34" charset="0"/>
              </a:rPr>
            </a:br>
            <a:r>
              <a:rPr lang="en-US" sz="6600" b="1" dirty="0">
                <a:solidFill>
                  <a:srgbClr val="FFC000"/>
                </a:solidFill>
                <a:latin typeface="Arial Black" panose="020B0A04020102020204" pitchFamily="34" charset="0"/>
              </a:rPr>
              <a:t>           and </a:t>
            </a:r>
          </a:p>
          <a:p>
            <a:r>
              <a:rPr lang="en-US" sz="6600" b="1" dirty="0">
                <a:solidFill>
                  <a:srgbClr val="FFC000"/>
                </a:solidFill>
                <a:latin typeface="Arial Black" panose="020B0A04020102020204" pitchFamily="34" charset="0"/>
              </a:rPr>
              <a:t>  Decision-Making</a:t>
            </a:r>
            <a:endParaRPr lang="en-IN" sz="6600" dirty="0">
              <a:solidFill>
                <a:srgbClr val="FFC000"/>
              </a:solidFill>
              <a:latin typeface="Arial Black" panose="020B0A04020102020204" pitchFamily="34" charset="0"/>
            </a:endParaRPr>
          </a:p>
        </p:txBody>
      </p:sp>
    </p:spTree>
    <p:extLst>
      <p:ext uri="{BB962C8B-B14F-4D97-AF65-F5344CB8AC3E}">
        <p14:creationId xmlns:p14="http://schemas.microsoft.com/office/powerpoint/2010/main" val="221840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3E564-A822-EA49-76EB-6940CD8FD471}"/>
              </a:ext>
            </a:extLst>
          </p:cNvPr>
          <p:cNvSpPr>
            <a:spLocks noGrp="1"/>
          </p:cNvSpPr>
          <p:nvPr>
            <p:ph type="title"/>
          </p:nvPr>
        </p:nvSpPr>
        <p:spPr/>
        <p:txBody>
          <a:bodyPr>
            <a:normAutofit/>
          </a:bodyPr>
          <a:lstStyle/>
          <a:p>
            <a:r>
              <a:rPr lang="en-US" sz="7200" b="1" dirty="0"/>
              <a:t>    </a:t>
            </a:r>
            <a:endParaRPr lang="en-IN" sz="7200" b="1" dirty="0"/>
          </a:p>
        </p:txBody>
      </p:sp>
      <p:pic>
        <p:nvPicPr>
          <p:cNvPr id="3" name="Picture 2">
            <a:extLst>
              <a:ext uri="{FF2B5EF4-FFF2-40B4-BE49-F238E27FC236}">
                <a16:creationId xmlns:a16="http://schemas.microsoft.com/office/drawing/2014/main" id="{B9C29087-DE36-9FB9-7E92-5D34A21BDC90}"/>
              </a:ext>
            </a:extLst>
          </p:cNvPr>
          <p:cNvPicPr>
            <a:picLocks noChangeAspect="1"/>
          </p:cNvPicPr>
          <p:nvPr/>
        </p:nvPicPr>
        <p:blipFill>
          <a:blip r:embed="rId2"/>
          <a:stretch>
            <a:fillRect/>
          </a:stretch>
        </p:blipFill>
        <p:spPr>
          <a:xfrm>
            <a:off x="1629916" y="1991833"/>
            <a:ext cx="10009112" cy="4491335"/>
          </a:xfrm>
          <a:prstGeom prst="rect">
            <a:avLst/>
          </a:prstGeom>
        </p:spPr>
      </p:pic>
    </p:spTree>
    <p:extLst>
      <p:ext uri="{BB962C8B-B14F-4D97-AF65-F5344CB8AC3E}">
        <p14:creationId xmlns:p14="http://schemas.microsoft.com/office/powerpoint/2010/main" val="1016593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937E9D-FD1F-DC7E-84EF-668EAE475DAF}"/>
              </a:ext>
            </a:extLst>
          </p:cNvPr>
          <p:cNvPicPr>
            <a:picLocks noChangeAspect="1"/>
          </p:cNvPicPr>
          <p:nvPr/>
        </p:nvPicPr>
        <p:blipFill>
          <a:blip r:embed="rId2"/>
          <a:stretch>
            <a:fillRect/>
          </a:stretch>
        </p:blipFill>
        <p:spPr>
          <a:xfrm>
            <a:off x="1485900" y="1844824"/>
            <a:ext cx="9829798" cy="4752527"/>
          </a:xfrm>
          <a:prstGeom prst="rect">
            <a:avLst/>
          </a:prstGeom>
        </p:spPr>
      </p:pic>
    </p:spTree>
    <p:extLst>
      <p:ext uri="{BB962C8B-B14F-4D97-AF65-F5344CB8AC3E}">
        <p14:creationId xmlns:p14="http://schemas.microsoft.com/office/powerpoint/2010/main" val="2828257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4CBDC4-3FC6-3DDC-C34E-8E6A58D32557}"/>
              </a:ext>
            </a:extLst>
          </p:cNvPr>
          <p:cNvPicPr>
            <a:picLocks noChangeAspect="1"/>
          </p:cNvPicPr>
          <p:nvPr/>
        </p:nvPicPr>
        <p:blipFill>
          <a:blip r:embed="rId2"/>
          <a:stretch>
            <a:fillRect/>
          </a:stretch>
        </p:blipFill>
        <p:spPr>
          <a:xfrm>
            <a:off x="1522412" y="1772816"/>
            <a:ext cx="9972600" cy="4704184"/>
          </a:xfrm>
          <a:prstGeom prst="rect">
            <a:avLst/>
          </a:prstGeom>
        </p:spPr>
      </p:pic>
    </p:spTree>
    <p:extLst>
      <p:ext uri="{BB962C8B-B14F-4D97-AF65-F5344CB8AC3E}">
        <p14:creationId xmlns:p14="http://schemas.microsoft.com/office/powerpoint/2010/main" val="1006786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8C048-991E-E6B6-4E33-D2FC11CA1291}"/>
              </a:ext>
            </a:extLst>
          </p:cNvPr>
          <p:cNvSpPr>
            <a:spLocks noGrp="1"/>
          </p:cNvSpPr>
          <p:nvPr>
            <p:ph type="title"/>
          </p:nvPr>
        </p:nvSpPr>
        <p:spPr/>
        <p:txBody>
          <a:bodyPr>
            <a:normAutofit/>
          </a:bodyPr>
          <a:lstStyle/>
          <a:p>
            <a:r>
              <a:rPr lang="en-US" sz="6000" b="1" dirty="0"/>
              <a:t>         Scarcity and Choice</a:t>
            </a:r>
            <a:endParaRPr lang="en-IN" sz="6000" b="1" dirty="0"/>
          </a:p>
        </p:txBody>
      </p:sp>
      <p:pic>
        <p:nvPicPr>
          <p:cNvPr id="3" name="Picture 2">
            <a:extLst>
              <a:ext uri="{FF2B5EF4-FFF2-40B4-BE49-F238E27FC236}">
                <a16:creationId xmlns:a16="http://schemas.microsoft.com/office/drawing/2014/main" id="{F921EE5A-2BE0-6A29-0656-09BCD6E5024E}"/>
              </a:ext>
            </a:extLst>
          </p:cNvPr>
          <p:cNvPicPr>
            <a:picLocks noChangeAspect="1"/>
          </p:cNvPicPr>
          <p:nvPr/>
        </p:nvPicPr>
        <p:blipFill>
          <a:blip r:embed="rId2"/>
          <a:stretch>
            <a:fillRect/>
          </a:stretch>
        </p:blipFill>
        <p:spPr>
          <a:xfrm>
            <a:off x="1845940" y="1988840"/>
            <a:ext cx="9001000" cy="4608512"/>
          </a:xfrm>
          <a:prstGeom prst="rect">
            <a:avLst/>
          </a:prstGeom>
        </p:spPr>
      </p:pic>
    </p:spTree>
    <p:extLst>
      <p:ext uri="{BB962C8B-B14F-4D97-AF65-F5344CB8AC3E}">
        <p14:creationId xmlns:p14="http://schemas.microsoft.com/office/powerpoint/2010/main" val="3837370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4D5D3F-E2BA-04B4-3362-115DD7D1E403}"/>
              </a:ext>
            </a:extLst>
          </p:cNvPr>
          <p:cNvPicPr>
            <a:picLocks noChangeAspect="1"/>
          </p:cNvPicPr>
          <p:nvPr/>
        </p:nvPicPr>
        <p:blipFill>
          <a:blip r:embed="rId2"/>
          <a:stretch>
            <a:fillRect/>
          </a:stretch>
        </p:blipFill>
        <p:spPr>
          <a:xfrm>
            <a:off x="1522411" y="1916832"/>
            <a:ext cx="9829799" cy="4680520"/>
          </a:xfrm>
          <a:prstGeom prst="rect">
            <a:avLst/>
          </a:prstGeom>
        </p:spPr>
      </p:pic>
    </p:spTree>
    <p:extLst>
      <p:ext uri="{BB962C8B-B14F-4D97-AF65-F5344CB8AC3E}">
        <p14:creationId xmlns:p14="http://schemas.microsoft.com/office/powerpoint/2010/main" val="3919678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CE858-4EF2-3266-A169-B716BD2A116C}"/>
              </a:ext>
            </a:extLst>
          </p:cNvPr>
          <p:cNvSpPr>
            <a:spLocks noGrp="1"/>
          </p:cNvSpPr>
          <p:nvPr>
            <p:ph type="title"/>
          </p:nvPr>
        </p:nvSpPr>
        <p:spPr/>
        <p:txBody>
          <a:bodyPr/>
          <a:lstStyle/>
          <a:p>
            <a:r>
              <a:rPr lang="en-US" b="1" dirty="0"/>
              <a:t>     Why choices are important in Economics?</a:t>
            </a:r>
            <a:endParaRPr lang="en-IN" b="1" dirty="0"/>
          </a:p>
        </p:txBody>
      </p:sp>
      <p:sp>
        <p:nvSpPr>
          <p:cNvPr id="4" name="TextBox 3">
            <a:extLst>
              <a:ext uri="{FF2B5EF4-FFF2-40B4-BE49-F238E27FC236}">
                <a16:creationId xmlns:a16="http://schemas.microsoft.com/office/drawing/2014/main" id="{79E337BF-7E45-04FB-44DF-6620A414A04C}"/>
              </a:ext>
            </a:extLst>
          </p:cNvPr>
          <p:cNvSpPr txBox="1"/>
          <p:nvPr/>
        </p:nvSpPr>
        <p:spPr>
          <a:xfrm>
            <a:off x="1701924" y="2060848"/>
            <a:ext cx="9361040" cy="3785652"/>
          </a:xfrm>
          <a:prstGeom prst="rect">
            <a:avLst/>
          </a:prstGeom>
          <a:noFill/>
        </p:spPr>
        <p:txBody>
          <a:bodyPr wrap="square">
            <a:spAutoFit/>
          </a:bodyPr>
          <a:lstStyle/>
          <a:p>
            <a:pPr algn="just"/>
            <a:r>
              <a:rPr lang="en-US" sz="4800" b="1" i="0" dirty="0">
                <a:solidFill>
                  <a:srgbClr val="202124"/>
                </a:solidFill>
                <a:effectLst/>
                <a:latin typeface="Times New Roman" panose="02020603050405020304" pitchFamily="18" charset="0"/>
                <a:cs typeface="Times New Roman" panose="02020603050405020304" pitchFamily="18" charset="0"/>
              </a:rPr>
              <a:t>Choices in economics are important because resources are limited, and everyone cannot have everything they wish to have within the same period.</a:t>
            </a:r>
            <a:endParaRPr lang="en-IN" sz="4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2752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EE011-740B-9497-7202-A6900752C969}"/>
              </a:ext>
            </a:extLst>
          </p:cNvPr>
          <p:cNvSpPr>
            <a:spLocks noGrp="1"/>
          </p:cNvSpPr>
          <p:nvPr>
            <p:ph type="title"/>
          </p:nvPr>
        </p:nvSpPr>
        <p:spPr/>
        <p:txBody>
          <a:bodyPr/>
          <a:lstStyle/>
          <a:p>
            <a:r>
              <a:rPr lang="en-US" dirty="0"/>
              <a:t>        </a:t>
            </a:r>
            <a:r>
              <a:rPr lang="en-US" sz="4000" b="1" dirty="0"/>
              <a:t>Need for choice in Decision making</a:t>
            </a:r>
            <a:endParaRPr lang="en-IN" sz="4000" b="1" dirty="0"/>
          </a:p>
        </p:txBody>
      </p:sp>
      <p:pic>
        <p:nvPicPr>
          <p:cNvPr id="3" name="Picture 2">
            <a:extLst>
              <a:ext uri="{FF2B5EF4-FFF2-40B4-BE49-F238E27FC236}">
                <a16:creationId xmlns:a16="http://schemas.microsoft.com/office/drawing/2014/main" id="{B19CB354-E0F8-5738-DD88-B5456ED4D7AF}"/>
              </a:ext>
            </a:extLst>
          </p:cNvPr>
          <p:cNvPicPr>
            <a:picLocks noChangeAspect="1"/>
          </p:cNvPicPr>
          <p:nvPr/>
        </p:nvPicPr>
        <p:blipFill>
          <a:blip r:embed="rId2"/>
          <a:stretch>
            <a:fillRect/>
          </a:stretch>
        </p:blipFill>
        <p:spPr>
          <a:xfrm>
            <a:off x="1525269" y="2132856"/>
            <a:ext cx="9969743" cy="4464496"/>
          </a:xfrm>
          <a:prstGeom prst="rect">
            <a:avLst/>
          </a:prstGeom>
        </p:spPr>
      </p:pic>
    </p:spTree>
    <p:extLst>
      <p:ext uri="{BB962C8B-B14F-4D97-AF65-F5344CB8AC3E}">
        <p14:creationId xmlns:p14="http://schemas.microsoft.com/office/powerpoint/2010/main" val="1133416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9ADE0-AC55-DD2B-39CF-34A56EC710C6}"/>
              </a:ext>
            </a:extLst>
          </p:cNvPr>
          <p:cNvSpPr>
            <a:spLocks noGrp="1"/>
          </p:cNvSpPr>
          <p:nvPr>
            <p:ph type="title"/>
          </p:nvPr>
        </p:nvSpPr>
        <p:spPr/>
        <p:txBody>
          <a:bodyPr>
            <a:normAutofit/>
          </a:bodyPr>
          <a:lstStyle/>
          <a:p>
            <a:r>
              <a:rPr lang="en-US" sz="7200" b="1" dirty="0"/>
              <a:t>          Conclusion</a:t>
            </a:r>
            <a:endParaRPr lang="en-IN" sz="7200" b="1" dirty="0"/>
          </a:p>
        </p:txBody>
      </p:sp>
      <p:sp>
        <p:nvSpPr>
          <p:cNvPr id="4" name="TextBox 3">
            <a:extLst>
              <a:ext uri="{FF2B5EF4-FFF2-40B4-BE49-F238E27FC236}">
                <a16:creationId xmlns:a16="http://schemas.microsoft.com/office/drawing/2014/main" id="{ACEF8FC2-AE17-6BCC-1C1B-BFF86F618118}"/>
              </a:ext>
            </a:extLst>
          </p:cNvPr>
          <p:cNvSpPr txBox="1"/>
          <p:nvPr/>
        </p:nvSpPr>
        <p:spPr>
          <a:xfrm>
            <a:off x="1536595" y="1916832"/>
            <a:ext cx="9829799" cy="4401205"/>
          </a:xfrm>
          <a:prstGeom prst="rect">
            <a:avLst/>
          </a:prstGeom>
          <a:noFill/>
        </p:spPr>
        <p:txBody>
          <a:bodyPr wrap="square">
            <a:spAutoFit/>
          </a:bodyPr>
          <a:lstStyle/>
          <a:p>
            <a:pPr algn="just"/>
            <a:r>
              <a:rPr lang="en-US" sz="4000" b="1" dirty="0">
                <a:solidFill>
                  <a:srgbClr val="202124"/>
                </a:solidFill>
                <a:latin typeface="Times New Roman" panose="02020603050405020304" pitchFamily="18" charset="0"/>
                <a:cs typeface="Times New Roman" panose="02020603050405020304" pitchFamily="18" charset="0"/>
              </a:rPr>
              <a:t>Thus, to conclude it can be said that i</a:t>
            </a:r>
            <a:r>
              <a:rPr lang="en-US" sz="4000" b="1" i="0" dirty="0">
                <a:solidFill>
                  <a:srgbClr val="202124"/>
                </a:solidFill>
                <a:effectLst/>
                <a:latin typeface="Times New Roman" panose="02020603050405020304" pitchFamily="18" charset="0"/>
                <a:cs typeface="Times New Roman" panose="02020603050405020304" pitchFamily="18" charset="0"/>
              </a:rPr>
              <a:t>f human wants exceed the supply of resources, the scarcity problem would not be solved in society. Since the resources available to satisfy people's wants are limited in supply, so people cannot fulfill all their wants and they must make choice.</a:t>
            </a:r>
            <a:endParaRPr lang="en-IN"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3876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ESENTER_VERSION" val="6"/>
  <p:tag name="ARTICULATE_PROJECT_OPEN" val="0"/>
</p:tagLst>
</file>

<file path=ppt/theme/theme1.xml><?xml version="1.0" encoding="utf-8"?>
<a:theme xmlns:a="http://schemas.openxmlformats.org/drawingml/2006/main" name="Currency Symbols 16x9">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rrency symbols presentation (widescreen).potx" id="{0BEEB329-2C4D-4D02-9858-CA91ACE92AB1}" vid="{944DA297-E844-470D-A85C-00068074ACC2}"/>
    </a:ext>
  </a:extLst>
</a:theme>
</file>

<file path=ppt/theme/theme2.xml><?xml version="1.0" encoding="utf-8"?>
<a:theme xmlns:a="http://schemas.openxmlformats.org/drawingml/2006/main" name="Office Theme">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Currency symbols presentation (widescreen)</Template>
  <TotalTime>90</TotalTime>
  <Words>291</Words>
  <Application>Microsoft Office PowerPoint</Application>
  <PresentationFormat>Custom</PresentationFormat>
  <Paragraphs>27</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Algerian</vt:lpstr>
      <vt:lpstr>Arial</vt:lpstr>
      <vt:lpstr>Arial Black</vt:lpstr>
      <vt:lpstr>Cambria</vt:lpstr>
      <vt:lpstr>Times New Roman</vt:lpstr>
      <vt:lpstr>Currency Symbols 16x9</vt:lpstr>
      <vt:lpstr>     PRINCIPLES   OF Economics</vt:lpstr>
      <vt:lpstr>   ECONOMICS – MEANING AND CONCEPT </vt:lpstr>
      <vt:lpstr>Introduction</vt:lpstr>
      <vt:lpstr>PowerPoint Presentation</vt:lpstr>
      <vt:lpstr>                     Micro Economics</vt:lpstr>
      <vt:lpstr>           Macro Economics</vt:lpstr>
      <vt:lpstr>PowerPoint Presentation</vt:lpstr>
      <vt:lpstr>            Principle Concepts to Economics</vt:lpstr>
      <vt:lpstr>PowerPoint Presentation</vt:lpstr>
      <vt:lpstr>    </vt:lpstr>
      <vt:lpstr>PowerPoint Presentation</vt:lpstr>
      <vt:lpstr>PowerPoint Presentation</vt:lpstr>
      <vt:lpstr>         Scarcity and Choice</vt:lpstr>
      <vt:lpstr>PowerPoint Presentation</vt:lpstr>
      <vt:lpstr>     Why choices are important in Economics?</vt:lpstr>
      <vt:lpstr>        Need for choice in Decision making</vt:lpstr>
      <vt:lpstr>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Introduction   to Economics</dc:title>
  <dc:creator>Amrita Priyam EMP107</dc:creator>
  <cp:lastModifiedBy>Amrita Priyam EMP107</cp:lastModifiedBy>
  <cp:revision>18</cp:revision>
  <dcterms:created xsi:type="dcterms:W3CDTF">2023-02-12T07:11:01Z</dcterms:created>
  <dcterms:modified xsi:type="dcterms:W3CDTF">2023-02-12T08:43:45Z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