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Libre Franklin"/>
      <p:regular r:id="rId17"/>
      <p:bold r:id="rId18"/>
      <p:italic r:id="rId19"/>
      <p:boldItalic r:id="rId20"/>
    </p:embeddedFont>
    <p:embeddedFont>
      <p:font typeface="Arial Black"/>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uwRXWWtIxRpvOvJo/jcC8Ecd/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ibreFranklin-bold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ArialBlack-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ibreFranklin-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LibreFranklin-italic.fntdata"/><Relationship Id="rId6" Type="http://schemas.openxmlformats.org/officeDocument/2006/relationships/slide" Target="slides/slide2.xml"/><Relationship Id="rId18" Type="http://schemas.openxmlformats.org/officeDocument/2006/relationships/font" Target="fonts/LibreFranklin-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2"/>
        </a:solidFill>
      </p:bgPr>
    </p:bg>
    <p:spTree>
      <p:nvGrpSpPr>
        <p:cNvPr id="16" name="Shape 16"/>
        <p:cNvGrpSpPr/>
        <p:nvPr/>
      </p:nvGrpSpPr>
      <p:grpSpPr>
        <a:xfrm>
          <a:off x="0" y="0"/>
          <a:ext cx="0" cy="0"/>
          <a:chOff x="0" y="0"/>
          <a:chExt cx="0" cy="0"/>
        </a:xfrm>
      </p:grpSpPr>
      <p:sp>
        <p:nvSpPr>
          <p:cNvPr id="17" name="Google Shape;17;p14"/>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lvl1pPr lvl="0" algn="ctr">
              <a:lnSpc>
                <a:spcPct val="89000"/>
              </a:lnSpc>
              <a:spcBef>
                <a:spcPts val="0"/>
              </a:spcBef>
              <a:spcAft>
                <a:spcPts val="0"/>
              </a:spcAft>
              <a:buClr>
                <a:schemeClr val="dk2"/>
              </a:buClr>
              <a:buSzPts val="7200"/>
              <a:buFont typeface="Libre Franklin"/>
              <a:buNone/>
              <a:defRPr sz="72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4"/>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sp>
        <p:nvSpPr>
          <p:cNvPr id="19" name="Google Shape;19;p14"/>
          <p:cNvSpPr txBox="1"/>
          <p:nvPr>
            <p:ph idx="10" type="dt"/>
          </p:nvPr>
        </p:nvSpPr>
        <p:spPr>
          <a:xfrm>
            <a:off x="752858" y="6453386"/>
            <a:ext cx="1607944"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1" type="ftr"/>
          </p:nvPr>
        </p:nvSpPr>
        <p:spPr>
          <a:xfrm>
            <a:off x="2584054"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grpSp>
        <p:nvGrpSpPr>
          <p:cNvPr id="22" name="Google Shape;22;p14"/>
          <p:cNvGrpSpPr/>
          <p:nvPr/>
        </p:nvGrpSpPr>
        <p:grpSpPr>
          <a:xfrm>
            <a:off x="752858" y="744469"/>
            <a:ext cx="10674117" cy="5349671"/>
            <a:chOff x="752858" y="744469"/>
            <a:chExt cx="10674117" cy="5349671"/>
          </a:xfrm>
        </p:grpSpPr>
        <p:sp>
          <p:nvSpPr>
            <p:cNvPr id="23" name="Google Shape;23;p14"/>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24" name="Google Shape;24;p14"/>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28" name="Google Shape;28;p15"/>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31" name="Shape 31"/>
        <p:cNvGrpSpPr/>
        <p:nvPr/>
      </p:nvGrpSpPr>
      <p:grpSpPr>
        <a:xfrm>
          <a:off x="0" y="0"/>
          <a:ext cx="0" cy="0"/>
          <a:chOff x="0" y="0"/>
          <a:chExt cx="0" cy="0"/>
        </a:xfrm>
      </p:grpSpPr>
      <p:sp>
        <p:nvSpPr>
          <p:cNvPr id="32" name="Google Shape;32;p16"/>
          <p:cNvSpPr txBox="1"/>
          <p:nvPr>
            <p:ph type="title"/>
          </p:nvPr>
        </p:nvSpPr>
        <p:spPr>
          <a:xfrm>
            <a:off x="765025" y="1301360"/>
            <a:ext cx="9612971" cy="2852737"/>
          </a:xfrm>
          <a:prstGeom prst="rect">
            <a:avLst/>
          </a:prstGeom>
          <a:noFill/>
          <a:ln>
            <a:noFill/>
          </a:ln>
        </p:spPr>
        <p:txBody>
          <a:bodyPr anchorCtr="0" anchor="b" bIns="45700" lIns="91425" spcFirstLastPara="1" rIns="91425" wrap="square" tIns="4570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6"/>
          <p:cNvSpPr txBox="1"/>
          <p:nvPr>
            <p:ph idx="1" type="body"/>
          </p:nvPr>
        </p:nvSpPr>
        <p:spPr>
          <a:xfrm>
            <a:off x="765025" y="4216328"/>
            <a:ext cx="9612971" cy="1143324"/>
          </a:xfrm>
          <a:prstGeom prst="rect">
            <a:avLst/>
          </a:prstGeom>
          <a:noFill/>
          <a:ln>
            <a:noFill/>
          </a:ln>
        </p:spPr>
        <p:txBody>
          <a:bodyPr anchorCtr="0" anchor="t" bIns="45700" lIns="91425" spcFirstLastPara="1" rIns="91425" wrap="square" tIns="45700">
            <a:normAutofit/>
          </a:bodyPr>
          <a:lstStyle>
            <a:lvl1pPr indent="-228600" lvl="0" marL="457200" algn="r">
              <a:lnSpc>
                <a:spcPct val="112000"/>
              </a:lnSpc>
              <a:spcBef>
                <a:spcPts val="0"/>
              </a:spcBef>
              <a:spcAft>
                <a:spcPts val="0"/>
              </a:spcAft>
              <a:buClr>
                <a:schemeClr val="lt2"/>
              </a:buClr>
              <a:buSzPts val="2400"/>
              <a:buNone/>
              <a:defRPr sz="2400">
                <a:solidFill>
                  <a:schemeClr val="lt2"/>
                </a:solidFill>
              </a:defRPr>
            </a:lvl1pPr>
            <a:lvl2pPr indent="-228600" lvl="1" marL="914400" algn="l">
              <a:lnSpc>
                <a:spcPct val="94000"/>
              </a:lnSpc>
              <a:spcBef>
                <a:spcPts val="500"/>
              </a:spcBef>
              <a:spcAft>
                <a:spcPts val="0"/>
              </a:spcAft>
              <a:buClr>
                <a:schemeClr val="lt1"/>
              </a:buClr>
              <a:buSzPts val="2000"/>
              <a:buNone/>
              <a:defRPr sz="2000">
                <a:solidFill>
                  <a:schemeClr val="lt1"/>
                </a:solidFill>
              </a:defRPr>
            </a:lvl2pPr>
            <a:lvl3pPr indent="-228600" lvl="2" marL="1371600" algn="l">
              <a:lnSpc>
                <a:spcPct val="94000"/>
              </a:lnSpc>
              <a:spcBef>
                <a:spcPts val="500"/>
              </a:spcBef>
              <a:spcAft>
                <a:spcPts val="0"/>
              </a:spcAft>
              <a:buClr>
                <a:schemeClr val="lt1"/>
              </a:buClr>
              <a:buSzPts val="1800"/>
              <a:buNone/>
              <a:defRPr sz="1800">
                <a:solidFill>
                  <a:schemeClr val="lt1"/>
                </a:solidFill>
              </a:defRPr>
            </a:lvl3pPr>
            <a:lvl4pPr indent="-228600" lvl="3" marL="1828800" algn="l">
              <a:lnSpc>
                <a:spcPct val="94000"/>
              </a:lnSpc>
              <a:spcBef>
                <a:spcPts val="500"/>
              </a:spcBef>
              <a:spcAft>
                <a:spcPts val="0"/>
              </a:spcAft>
              <a:buClr>
                <a:schemeClr val="lt1"/>
              </a:buClr>
              <a:buSzPts val="1600"/>
              <a:buNone/>
              <a:defRPr sz="1600">
                <a:solidFill>
                  <a:schemeClr val="lt1"/>
                </a:solidFill>
              </a:defRPr>
            </a:lvl4pPr>
            <a:lvl5pPr indent="-228600" lvl="4" marL="2286000" algn="l">
              <a:lnSpc>
                <a:spcPct val="94000"/>
              </a:lnSpc>
              <a:spcBef>
                <a:spcPts val="500"/>
              </a:spcBef>
              <a:spcAft>
                <a:spcPts val="0"/>
              </a:spcAft>
              <a:buClr>
                <a:schemeClr val="lt1"/>
              </a:buClr>
              <a:buSzPts val="1600"/>
              <a:buNone/>
              <a:defRPr sz="1600">
                <a:solidFill>
                  <a:schemeClr val="lt1"/>
                </a:solidFill>
              </a:defRPr>
            </a:lvl5pPr>
            <a:lvl6pPr indent="-228600" lvl="5" marL="2743200" algn="l">
              <a:lnSpc>
                <a:spcPct val="94000"/>
              </a:lnSpc>
              <a:spcBef>
                <a:spcPts val="500"/>
              </a:spcBef>
              <a:spcAft>
                <a:spcPts val="0"/>
              </a:spcAft>
              <a:buClr>
                <a:schemeClr val="lt1"/>
              </a:buClr>
              <a:buSzPts val="1600"/>
              <a:buNone/>
              <a:defRPr sz="1600">
                <a:solidFill>
                  <a:schemeClr val="lt1"/>
                </a:solidFill>
              </a:defRPr>
            </a:lvl6pPr>
            <a:lvl7pPr indent="-228600" lvl="6" marL="3200400" algn="l">
              <a:lnSpc>
                <a:spcPct val="94000"/>
              </a:lnSpc>
              <a:spcBef>
                <a:spcPts val="500"/>
              </a:spcBef>
              <a:spcAft>
                <a:spcPts val="0"/>
              </a:spcAft>
              <a:buClr>
                <a:schemeClr val="lt1"/>
              </a:buClr>
              <a:buSzPts val="1600"/>
              <a:buNone/>
              <a:defRPr sz="1600">
                <a:solidFill>
                  <a:schemeClr val="lt1"/>
                </a:solidFill>
              </a:defRPr>
            </a:lvl7pPr>
            <a:lvl8pPr indent="-228600" lvl="7" marL="3657600" algn="l">
              <a:lnSpc>
                <a:spcPct val="94000"/>
              </a:lnSpc>
              <a:spcBef>
                <a:spcPts val="500"/>
              </a:spcBef>
              <a:spcAft>
                <a:spcPts val="0"/>
              </a:spcAft>
              <a:buClr>
                <a:schemeClr val="lt1"/>
              </a:buClr>
              <a:buSzPts val="1600"/>
              <a:buNone/>
              <a:defRPr sz="1600">
                <a:solidFill>
                  <a:schemeClr val="lt1"/>
                </a:solidFill>
              </a:defRPr>
            </a:lvl8pPr>
            <a:lvl9pPr indent="-228600" lvl="8" marL="4114800" algn="l">
              <a:lnSpc>
                <a:spcPct val="94000"/>
              </a:lnSpc>
              <a:spcBef>
                <a:spcPts val="500"/>
              </a:spcBef>
              <a:spcAft>
                <a:spcPts val="200"/>
              </a:spcAft>
              <a:buClr>
                <a:schemeClr val="lt1"/>
              </a:buClr>
              <a:buSzPts val="1600"/>
              <a:buNone/>
              <a:defRPr sz="1600">
                <a:solidFill>
                  <a:schemeClr val="lt1"/>
                </a:solidFill>
              </a:defRPr>
            </a:lvl9pPr>
          </a:lstStyle>
          <a:p/>
        </p:txBody>
      </p:sp>
      <p:sp>
        <p:nvSpPr>
          <p:cNvPr id="34" name="Google Shape;34;p16"/>
          <p:cNvSpPr txBox="1"/>
          <p:nvPr>
            <p:ph idx="10" type="dt"/>
          </p:nvPr>
        </p:nvSpPr>
        <p:spPr>
          <a:xfrm>
            <a:off x="738908" y="6453386"/>
            <a:ext cx="1622409"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1" type="ftr"/>
          </p:nvPr>
        </p:nvSpPr>
        <p:spPr>
          <a:xfrm>
            <a:off x="2584312"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6"/>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2"/>
                </a:solidFill>
                <a:latin typeface="Libre Franklin"/>
                <a:ea typeface="Libre Franklin"/>
                <a:cs typeface="Libre Franklin"/>
                <a:sym typeface="Libre Franklin"/>
              </a:defRPr>
            </a:lvl1pPr>
            <a:lvl2pPr indent="0" lvl="1" marL="0" algn="r">
              <a:spcBef>
                <a:spcPts val="0"/>
              </a:spcBef>
              <a:buNone/>
              <a:defRPr sz="1200">
                <a:solidFill>
                  <a:schemeClr val="lt2"/>
                </a:solidFill>
                <a:latin typeface="Libre Franklin"/>
                <a:ea typeface="Libre Franklin"/>
                <a:cs typeface="Libre Franklin"/>
                <a:sym typeface="Libre Franklin"/>
              </a:defRPr>
            </a:lvl2pPr>
            <a:lvl3pPr indent="0" lvl="2" marL="0" algn="r">
              <a:spcBef>
                <a:spcPts val="0"/>
              </a:spcBef>
              <a:buNone/>
              <a:defRPr sz="1200">
                <a:solidFill>
                  <a:schemeClr val="lt2"/>
                </a:solidFill>
                <a:latin typeface="Libre Franklin"/>
                <a:ea typeface="Libre Franklin"/>
                <a:cs typeface="Libre Franklin"/>
                <a:sym typeface="Libre Franklin"/>
              </a:defRPr>
            </a:lvl3pPr>
            <a:lvl4pPr indent="0" lvl="3" marL="0" algn="r">
              <a:spcBef>
                <a:spcPts val="0"/>
              </a:spcBef>
              <a:buNone/>
              <a:defRPr sz="1200">
                <a:solidFill>
                  <a:schemeClr val="lt2"/>
                </a:solidFill>
                <a:latin typeface="Libre Franklin"/>
                <a:ea typeface="Libre Franklin"/>
                <a:cs typeface="Libre Franklin"/>
                <a:sym typeface="Libre Franklin"/>
              </a:defRPr>
            </a:lvl4pPr>
            <a:lvl5pPr indent="0" lvl="4" marL="0" algn="r">
              <a:spcBef>
                <a:spcPts val="0"/>
              </a:spcBef>
              <a:buNone/>
              <a:defRPr sz="1200">
                <a:solidFill>
                  <a:schemeClr val="lt2"/>
                </a:solidFill>
                <a:latin typeface="Libre Franklin"/>
                <a:ea typeface="Libre Franklin"/>
                <a:cs typeface="Libre Franklin"/>
                <a:sym typeface="Libre Franklin"/>
              </a:defRPr>
            </a:lvl5pPr>
            <a:lvl6pPr indent="0" lvl="5" marL="0" algn="r">
              <a:spcBef>
                <a:spcPts val="0"/>
              </a:spcBef>
              <a:buNone/>
              <a:defRPr sz="1200">
                <a:solidFill>
                  <a:schemeClr val="lt2"/>
                </a:solidFill>
                <a:latin typeface="Libre Franklin"/>
                <a:ea typeface="Libre Franklin"/>
                <a:cs typeface="Libre Franklin"/>
                <a:sym typeface="Libre Franklin"/>
              </a:defRPr>
            </a:lvl6pPr>
            <a:lvl7pPr indent="0" lvl="6" marL="0" algn="r">
              <a:spcBef>
                <a:spcPts val="0"/>
              </a:spcBef>
              <a:buNone/>
              <a:defRPr sz="1200">
                <a:solidFill>
                  <a:schemeClr val="lt2"/>
                </a:solidFill>
                <a:latin typeface="Libre Franklin"/>
                <a:ea typeface="Libre Franklin"/>
                <a:cs typeface="Libre Franklin"/>
                <a:sym typeface="Libre Franklin"/>
              </a:defRPr>
            </a:lvl7pPr>
            <a:lvl8pPr indent="0" lvl="7" marL="0" algn="r">
              <a:spcBef>
                <a:spcPts val="0"/>
              </a:spcBef>
              <a:buNone/>
              <a:defRPr sz="1200">
                <a:solidFill>
                  <a:schemeClr val="lt2"/>
                </a:solidFill>
                <a:latin typeface="Libre Franklin"/>
                <a:ea typeface="Libre Franklin"/>
                <a:cs typeface="Libre Franklin"/>
                <a:sym typeface="Libre Franklin"/>
              </a:defRPr>
            </a:lvl8pPr>
            <a:lvl9pPr indent="0" lvl="8" marL="0" algn="r">
              <a:spcBef>
                <a:spcPts val="0"/>
              </a:spcBef>
              <a:buNone/>
              <a:defRPr sz="1200">
                <a:solidFill>
                  <a:schemeClr val="lt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16" title="Crop Mark"/>
          <p:cNvSpPr/>
          <p:nvPr/>
        </p:nvSpPr>
        <p:spPr>
          <a:xfrm>
            <a:off x="8151962" y="1685652"/>
            <a:ext cx="3275013" cy="4408488"/>
          </a:xfrm>
          <a:custGeom>
            <a:rect b="b" l="l" r="r" t="t"/>
            <a:pathLst>
              <a:path extrusionOk="0" h="5554" w="4125">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7"/>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7"/>
          <p:cNvSpPr txBox="1"/>
          <p:nvPr>
            <p:ph idx="1" type="body"/>
          </p:nvPr>
        </p:nvSpPr>
        <p:spPr>
          <a:xfrm>
            <a:off x="1371600"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1" name="Google Shape;41;p17"/>
          <p:cNvSpPr txBox="1"/>
          <p:nvPr>
            <p:ph idx="2" type="body"/>
          </p:nvPr>
        </p:nvSpPr>
        <p:spPr>
          <a:xfrm>
            <a:off x="6525403"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2" name="Google Shape;42;p17"/>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8"/>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 type="body"/>
          </p:nvPr>
        </p:nvSpPr>
        <p:spPr>
          <a:xfrm>
            <a:off x="1371600"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48" name="Google Shape;48;p18"/>
          <p:cNvSpPr txBox="1"/>
          <p:nvPr>
            <p:ph idx="2" type="body"/>
          </p:nvPr>
        </p:nvSpPr>
        <p:spPr>
          <a:xfrm>
            <a:off x="1371600"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9" name="Google Shape;49;p18"/>
          <p:cNvSpPr txBox="1"/>
          <p:nvPr>
            <p:ph idx="3" type="body"/>
          </p:nvPr>
        </p:nvSpPr>
        <p:spPr>
          <a:xfrm>
            <a:off x="6525014"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50" name="Google Shape;50;p18"/>
          <p:cNvSpPr txBox="1"/>
          <p:nvPr>
            <p:ph idx="4" type="body"/>
          </p:nvPr>
        </p:nvSpPr>
        <p:spPr>
          <a:xfrm>
            <a:off x="6525014"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51" name="Google Shape;51;p18"/>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9"/>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20"/>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0"/>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0"/>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3" name="Shape 63"/>
        <p:cNvGrpSpPr/>
        <p:nvPr/>
      </p:nvGrpSpPr>
      <p:grpSpPr>
        <a:xfrm>
          <a:off x="0" y="0"/>
          <a:ext cx="0" cy="0"/>
          <a:chOff x="0" y="0"/>
          <a:chExt cx="0" cy="0"/>
        </a:xfrm>
      </p:grpSpPr>
      <p:sp>
        <p:nvSpPr>
          <p:cNvPr id="64" name="Google Shape;64;p21"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1"/>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Autofit/>
          </a:bodyPr>
          <a:lstStyle>
            <a:lvl1pPr lvl="0" algn="l">
              <a:lnSpc>
                <a:spcPct val="84000"/>
              </a:lnSpc>
              <a:spcBef>
                <a:spcPts val="0"/>
              </a:spcBef>
              <a:spcAft>
                <a:spcPts val="0"/>
              </a:spcAft>
              <a:buClr>
                <a:schemeClr val="dk2"/>
              </a:buClr>
              <a:buSzPts val="4800"/>
              <a:buFont typeface="Libre Franklin"/>
              <a:buNone/>
              <a:defRPr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1"/>
          <p:cNvSpPr txBox="1"/>
          <p:nvPr>
            <p:ph idx="1" type="body"/>
          </p:nvPr>
        </p:nvSpPr>
        <p:spPr>
          <a:xfrm>
            <a:off x="6256020" y="685801"/>
            <a:ext cx="5212080" cy="5175250"/>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sz="2000"/>
            </a:lvl1pPr>
            <a:lvl2pPr indent="-355600" lvl="1" marL="914400" algn="l">
              <a:lnSpc>
                <a:spcPct val="94000"/>
              </a:lnSpc>
              <a:spcBef>
                <a:spcPts val="500"/>
              </a:spcBef>
              <a:spcAft>
                <a:spcPts val="0"/>
              </a:spcAft>
              <a:buClr>
                <a:schemeClr val="dk2"/>
              </a:buClr>
              <a:buSzPts val="2000"/>
              <a:buChar char="–"/>
              <a:defRPr sz="2000"/>
            </a:lvl2pPr>
            <a:lvl3pPr indent="-342900" lvl="2" marL="1371600" algn="l">
              <a:lnSpc>
                <a:spcPct val="94000"/>
              </a:lnSpc>
              <a:spcBef>
                <a:spcPts val="500"/>
              </a:spcBef>
              <a:spcAft>
                <a:spcPts val="0"/>
              </a:spcAft>
              <a:buClr>
                <a:schemeClr val="dk2"/>
              </a:buClr>
              <a:buSzPts val="1800"/>
              <a:buChar char="■"/>
              <a:defRPr sz="1800"/>
            </a:lvl3pPr>
            <a:lvl4pPr indent="-342900" lvl="3" marL="1828800" algn="l">
              <a:lnSpc>
                <a:spcPct val="94000"/>
              </a:lnSpc>
              <a:spcBef>
                <a:spcPts val="500"/>
              </a:spcBef>
              <a:spcAft>
                <a:spcPts val="0"/>
              </a:spcAft>
              <a:buClr>
                <a:schemeClr val="dk2"/>
              </a:buClr>
              <a:buSzPts val="1800"/>
              <a:buChar char="–"/>
              <a:defRPr sz="1800"/>
            </a:lvl4pPr>
            <a:lvl5pPr indent="-330200" lvl="4" marL="2286000" algn="l">
              <a:lnSpc>
                <a:spcPct val="94000"/>
              </a:lnSpc>
              <a:spcBef>
                <a:spcPts val="500"/>
              </a:spcBef>
              <a:spcAft>
                <a:spcPts val="0"/>
              </a:spcAft>
              <a:buClr>
                <a:schemeClr val="dk2"/>
              </a:buClr>
              <a:buSzPts val="1600"/>
              <a:buChar char="■"/>
              <a:defRPr sz="1600"/>
            </a:lvl5pPr>
            <a:lvl6pPr indent="-330200" lvl="5" marL="2743200" algn="l">
              <a:lnSpc>
                <a:spcPct val="94000"/>
              </a:lnSpc>
              <a:spcBef>
                <a:spcPts val="500"/>
              </a:spcBef>
              <a:spcAft>
                <a:spcPts val="0"/>
              </a:spcAft>
              <a:buClr>
                <a:schemeClr val="dk2"/>
              </a:buClr>
              <a:buSzPts val="1600"/>
              <a:buChar char="–"/>
              <a:defRPr sz="1600"/>
            </a:lvl6pPr>
            <a:lvl7pPr indent="-330200" lvl="6" marL="3200400" algn="l">
              <a:lnSpc>
                <a:spcPct val="94000"/>
              </a:lnSpc>
              <a:spcBef>
                <a:spcPts val="500"/>
              </a:spcBef>
              <a:spcAft>
                <a:spcPts val="0"/>
              </a:spcAft>
              <a:buClr>
                <a:schemeClr val="dk2"/>
              </a:buClr>
              <a:buSzPts val="1600"/>
              <a:buChar char="■"/>
              <a:defRPr sz="1600"/>
            </a:lvl7pPr>
            <a:lvl8pPr indent="-330200" lvl="7" marL="3657600" algn="l">
              <a:lnSpc>
                <a:spcPct val="94000"/>
              </a:lnSpc>
              <a:spcBef>
                <a:spcPts val="500"/>
              </a:spcBef>
              <a:spcAft>
                <a:spcPts val="0"/>
              </a:spcAft>
              <a:buClr>
                <a:schemeClr val="dk2"/>
              </a:buClr>
              <a:buSzPts val="1600"/>
              <a:buChar char="–"/>
              <a:defRPr sz="1600"/>
            </a:lvl8pPr>
            <a:lvl9pPr indent="-330200" lvl="8" marL="4114800" algn="l">
              <a:lnSpc>
                <a:spcPct val="94000"/>
              </a:lnSpc>
              <a:spcBef>
                <a:spcPts val="500"/>
              </a:spcBef>
              <a:spcAft>
                <a:spcPts val="200"/>
              </a:spcAft>
              <a:buClr>
                <a:schemeClr val="dk2"/>
              </a:buClr>
              <a:buSzPts val="1600"/>
              <a:buChar char="■"/>
              <a:defRPr sz="1600"/>
            </a:lvl9pPr>
          </a:lstStyle>
          <a:p/>
        </p:txBody>
      </p:sp>
      <p:sp>
        <p:nvSpPr>
          <p:cNvPr id="67" name="Google Shape;67;p21"/>
          <p:cNvSpPr txBox="1"/>
          <p:nvPr>
            <p:ph idx="2" type="body"/>
          </p:nvPr>
        </p:nvSpPr>
        <p:spPr>
          <a:xfrm>
            <a:off x="723900" y="2856344"/>
            <a:ext cx="3855720" cy="3011056"/>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68" name="Google Shape;68;p21"/>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1"/>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71" name="Google Shape;71;p21"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2" name="Shape 72"/>
        <p:cNvGrpSpPr/>
        <p:nvPr/>
      </p:nvGrpSpPr>
      <p:grpSpPr>
        <a:xfrm>
          <a:off x="0" y="0"/>
          <a:ext cx="0" cy="0"/>
          <a:chOff x="0" y="0"/>
          <a:chExt cx="0" cy="0"/>
        </a:xfrm>
      </p:grpSpPr>
      <p:sp>
        <p:nvSpPr>
          <p:cNvPr id="73" name="Google Shape;73;p22"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2"/>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rmAutofit/>
          </a:bodyPr>
          <a:lstStyle>
            <a:lvl1pPr lvl="0" algn="l">
              <a:lnSpc>
                <a:spcPct val="84000"/>
              </a:lnSpc>
              <a:spcBef>
                <a:spcPts val="0"/>
              </a:spcBef>
              <a:spcAft>
                <a:spcPts val="0"/>
              </a:spcAft>
              <a:buClr>
                <a:schemeClr val="dk2"/>
              </a:buClr>
              <a:buSzPts val="4800"/>
              <a:buFont typeface="Libre Franklin"/>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2"/>
          <p:cNvSpPr/>
          <p:nvPr>
            <p:ph idx="2" type="pic"/>
          </p:nvPr>
        </p:nvSpPr>
        <p:spPr>
          <a:xfrm>
            <a:off x="5532120" y="0"/>
            <a:ext cx="6659880" cy="6857999"/>
          </a:xfrm>
          <a:prstGeom prst="rect">
            <a:avLst/>
          </a:prstGeom>
          <a:noFill/>
          <a:ln>
            <a:noFill/>
          </a:ln>
        </p:spPr>
      </p:sp>
      <p:sp>
        <p:nvSpPr>
          <p:cNvPr id="76" name="Google Shape;76;p22"/>
          <p:cNvSpPr txBox="1"/>
          <p:nvPr>
            <p:ph idx="1" type="body"/>
          </p:nvPr>
        </p:nvSpPr>
        <p:spPr>
          <a:xfrm>
            <a:off x="723900" y="2855968"/>
            <a:ext cx="3855720" cy="3011432"/>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77" name="Google Shape;77;p22"/>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22"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23"/>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3"/>
          <p:cNvSpPr txBox="1"/>
          <p:nvPr>
            <p:ph idx="1" type="body"/>
          </p:nvPr>
        </p:nvSpPr>
        <p:spPr>
          <a:xfrm rot="5400000">
            <a:off x="4386263" y="-719137"/>
            <a:ext cx="3571875"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4" name="Google Shape;84;p23"/>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24"/>
          <p:cNvSpPr txBox="1"/>
          <p:nvPr>
            <p:ph type="title"/>
          </p:nvPr>
        </p:nvSpPr>
        <p:spPr>
          <a:xfrm rot="5400000">
            <a:off x="7757822" y="2462895"/>
            <a:ext cx="5243244" cy="1565766"/>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4"/>
          <p:cNvSpPr txBox="1"/>
          <p:nvPr>
            <p:ph idx="1" type="body"/>
          </p:nvPr>
        </p:nvSpPr>
        <p:spPr>
          <a:xfrm rot="5400000">
            <a:off x="2839799" y="-844042"/>
            <a:ext cx="5243244" cy="8179641"/>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90" name="Google Shape;90;p24"/>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4"/>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4"/>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marR="0" rtl="0" algn="l">
              <a:lnSpc>
                <a:spcPct val="89000"/>
              </a:lnSpc>
              <a:spcBef>
                <a:spcPts val="0"/>
              </a:spcBef>
              <a:spcAft>
                <a:spcPts val="0"/>
              </a:spcAft>
              <a:buClr>
                <a:schemeClr val="dk2"/>
              </a:buClr>
              <a:buSzPts val="4400"/>
              <a:buFont typeface="Libre Franklin"/>
              <a:buNone/>
              <a:defRPr b="0" i="0" sz="44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4000"/>
              </a:lnSpc>
              <a:spcBef>
                <a:spcPts val="1000"/>
              </a:spcBef>
              <a:spcAft>
                <a:spcPts val="0"/>
              </a:spcAft>
              <a:buClr>
                <a:schemeClr val="dk2"/>
              </a:buClr>
              <a:buSzPts val="2000"/>
              <a:buFont typeface="Libre Franklin"/>
              <a:buChar char="■"/>
              <a:defRPr b="0" i="0" sz="2000" u="none" cap="none" strike="noStrike">
                <a:solidFill>
                  <a:schemeClr val="dk2"/>
                </a:solidFill>
                <a:latin typeface="Libre Franklin"/>
                <a:ea typeface="Libre Franklin"/>
                <a:cs typeface="Libre Franklin"/>
                <a:sym typeface="Libre Franklin"/>
              </a:defRPr>
            </a:lvl1pPr>
            <a:lvl2pPr indent="-355600" lvl="1" marL="914400" marR="0" rtl="0" algn="l">
              <a:lnSpc>
                <a:spcPct val="94000"/>
              </a:lnSpc>
              <a:spcBef>
                <a:spcPts val="500"/>
              </a:spcBef>
              <a:spcAft>
                <a:spcPts val="0"/>
              </a:spcAft>
              <a:buClr>
                <a:schemeClr val="dk2"/>
              </a:buClr>
              <a:buSzPts val="2000"/>
              <a:buFont typeface="Libre Franklin"/>
              <a:buChar char="–"/>
              <a:defRPr b="0" i="1" sz="2000" u="none" cap="none" strike="noStrike">
                <a:solidFill>
                  <a:schemeClr val="dk2"/>
                </a:solidFill>
                <a:latin typeface="Libre Franklin"/>
                <a:ea typeface="Libre Franklin"/>
                <a:cs typeface="Libre Franklin"/>
                <a:sym typeface="Libre Franklin"/>
              </a:defRPr>
            </a:lvl2pPr>
            <a:lvl3pPr indent="-342900" lvl="2" marL="1371600" marR="0" rtl="0" algn="l">
              <a:lnSpc>
                <a:spcPct val="94000"/>
              </a:lnSpc>
              <a:spcBef>
                <a:spcPts val="500"/>
              </a:spcBef>
              <a:spcAft>
                <a:spcPts val="0"/>
              </a:spcAft>
              <a:buClr>
                <a:schemeClr val="dk2"/>
              </a:buClr>
              <a:buSzPts val="1800"/>
              <a:buFont typeface="Libre Franklin"/>
              <a:buChar char="■"/>
              <a:defRPr b="0" i="0" sz="1800" u="none" cap="none" strike="noStrike">
                <a:solidFill>
                  <a:schemeClr val="dk2"/>
                </a:solidFill>
                <a:latin typeface="Libre Franklin"/>
                <a:ea typeface="Libre Franklin"/>
                <a:cs typeface="Libre Franklin"/>
                <a:sym typeface="Libre Franklin"/>
              </a:defRPr>
            </a:lvl3pPr>
            <a:lvl4pPr indent="-342900" lvl="3" marL="1828800" marR="0" rtl="0" algn="l">
              <a:lnSpc>
                <a:spcPct val="94000"/>
              </a:lnSpc>
              <a:spcBef>
                <a:spcPts val="500"/>
              </a:spcBef>
              <a:spcAft>
                <a:spcPts val="0"/>
              </a:spcAft>
              <a:buClr>
                <a:schemeClr val="dk2"/>
              </a:buClr>
              <a:buSzPts val="1800"/>
              <a:buFont typeface="Libre Franklin"/>
              <a:buChar char="–"/>
              <a:defRPr b="0" i="1" sz="1800" u="none" cap="none" strike="noStrike">
                <a:solidFill>
                  <a:schemeClr val="dk2"/>
                </a:solidFill>
                <a:latin typeface="Libre Franklin"/>
                <a:ea typeface="Libre Franklin"/>
                <a:cs typeface="Libre Franklin"/>
                <a:sym typeface="Libre Franklin"/>
              </a:defRPr>
            </a:lvl4pPr>
            <a:lvl5pPr indent="-330200" lvl="4" marL="2286000" marR="0" rtl="0" algn="l">
              <a:lnSpc>
                <a:spcPct val="94000"/>
              </a:lnSpc>
              <a:spcBef>
                <a:spcPts val="500"/>
              </a:spcBef>
              <a:spcAft>
                <a:spcPts val="0"/>
              </a:spcAft>
              <a:buClr>
                <a:schemeClr val="dk2"/>
              </a:buClr>
              <a:buSzPts val="1600"/>
              <a:buFont typeface="Libre Franklin"/>
              <a:buChar char="■"/>
              <a:defRPr b="0" i="0" sz="1600" u="none" cap="none" strike="noStrike">
                <a:solidFill>
                  <a:schemeClr val="dk2"/>
                </a:solidFill>
                <a:latin typeface="Libre Franklin"/>
                <a:ea typeface="Libre Franklin"/>
                <a:cs typeface="Libre Franklin"/>
                <a:sym typeface="Libre Franklin"/>
              </a:defRPr>
            </a:lvl5pPr>
            <a:lvl6pPr indent="-330200" lvl="5" marL="2743200" marR="0" rtl="0" algn="l">
              <a:lnSpc>
                <a:spcPct val="94000"/>
              </a:lnSpc>
              <a:spcBef>
                <a:spcPts val="500"/>
              </a:spcBef>
              <a:spcAft>
                <a:spcPts val="0"/>
              </a:spcAft>
              <a:buClr>
                <a:schemeClr val="dk2"/>
              </a:buClr>
              <a:buSzPts val="1600"/>
              <a:buFont typeface="Libre Franklin"/>
              <a:buChar char="–"/>
              <a:defRPr b="0" i="1" sz="1600" u="none" cap="none" strike="noStrike">
                <a:solidFill>
                  <a:schemeClr val="dk2"/>
                </a:solidFill>
                <a:latin typeface="Libre Franklin"/>
                <a:ea typeface="Libre Franklin"/>
                <a:cs typeface="Libre Franklin"/>
                <a:sym typeface="Libre Franklin"/>
              </a:defRPr>
            </a:lvl6pPr>
            <a:lvl7pPr indent="-317500" lvl="6" marL="3200400" marR="0" rtl="0" algn="l">
              <a:lnSpc>
                <a:spcPct val="94000"/>
              </a:lnSpc>
              <a:spcBef>
                <a:spcPts val="500"/>
              </a:spcBef>
              <a:spcAft>
                <a:spcPts val="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7pPr>
            <a:lvl8pPr indent="-317500" lvl="7" marL="3657600" marR="0" rtl="0" algn="l">
              <a:lnSpc>
                <a:spcPct val="94000"/>
              </a:lnSpc>
              <a:spcBef>
                <a:spcPts val="500"/>
              </a:spcBef>
              <a:spcAft>
                <a:spcPts val="0"/>
              </a:spcAft>
              <a:buClr>
                <a:schemeClr val="dk2"/>
              </a:buClr>
              <a:buSzPts val="1400"/>
              <a:buFont typeface="Libre Franklin"/>
              <a:buChar char="–"/>
              <a:defRPr b="0" i="1" sz="1400" u="none" cap="none" strike="noStrike">
                <a:solidFill>
                  <a:schemeClr val="dk2"/>
                </a:solidFill>
                <a:latin typeface="Libre Franklin"/>
                <a:ea typeface="Libre Franklin"/>
                <a:cs typeface="Libre Franklin"/>
                <a:sym typeface="Libre Franklin"/>
              </a:defRPr>
            </a:lvl8pPr>
            <a:lvl9pPr indent="-317500" lvl="8" marL="4114800" marR="0" rtl="0" algn="l">
              <a:lnSpc>
                <a:spcPct val="94000"/>
              </a:lnSpc>
              <a:spcBef>
                <a:spcPts val="500"/>
              </a:spcBef>
              <a:spcAft>
                <a:spcPts val="20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9pPr>
          </a:lstStyle>
          <a:p/>
        </p:txBody>
      </p:sp>
      <p:sp>
        <p:nvSpPr>
          <p:cNvPr id="12" name="Google Shape;12;p13"/>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4" name="Google Shape;14;p1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marR="0" rt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marR="0" rt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marR="0" rt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marR="0" rt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marR="0" rt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marR="0" rt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marR="0" rt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marR="0" rt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3" title="Side bar"/>
          <p:cNvSpPr/>
          <p:nvPr/>
        </p:nvSpPr>
        <p:spPr>
          <a:xfrm>
            <a:off x="478095"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6" name="Shape 96"/>
        <p:cNvGrpSpPr/>
        <p:nvPr/>
      </p:nvGrpSpPr>
      <p:grpSpPr>
        <a:xfrm>
          <a:off x="0" y="0"/>
          <a:ext cx="0" cy="0"/>
          <a:chOff x="0" y="0"/>
          <a:chExt cx="0" cy="0"/>
        </a:xfrm>
      </p:grpSpPr>
      <p:sp>
        <p:nvSpPr>
          <p:cNvPr id="97" name="Google Shape;97;p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pic>
        <p:nvPicPr>
          <p:cNvPr descr="extreme close up of line chart graphic" id="98" name="Google Shape;98;p1"/>
          <p:cNvPicPr preferRelativeResize="0"/>
          <p:nvPr/>
        </p:nvPicPr>
        <p:blipFill rotWithShape="1">
          <a:blip r:embed="rId3">
            <a:alphaModFix/>
          </a:blip>
          <a:srcRect b="0" l="0" r="0" t="10000"/>
          <a:stretch/>
        </p:blipFill>
        <p:spPr>
          <a:xfrm>
            <a:off x="42014" y="204196"/>
            <a:ext cx="12191980" cy="6857990"/>
          </a:xfrm>
          <a:prstGeom prst="rect">
            <a:avLst/>
          </a:prstGeom>
          <a:noFill/>
          <a:ln>
            <a:noFill/>
          </a:ln>
        </p:spPr>
      </p:pic>
      <p:sp>
        <p:nvSpPr>
          <p:cNvPr id="99" name="Google Shape;99;p1"/>
          <p:cNvSpPr/>
          <p:nvPr/>
        </p:nvSpPr>
        <p:spPr>
          <a:xfrm rot="10800000">
            <a:off x="5670146" y="3710250"/>
            <a:ext cx="2131466" cy="1830903"/>
          </a:xfrm>
          <a:custGeom>
            <a:rect b="b" l="l" r="r" t="t"/>
            <a:pathLst>
              <a:path extrusionOk="0" h="1983044" w="2308583">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
          <p:cNvSpPr/>
          <p:nvPr/>
        </p:nvSpPr>
        <p:spPr>
          <a:xfrm>
            <a:off x="6138004" y="4166755"/>
            <a:ext cx="5607908" cy="2040066"/>
          </a:xfrm>
          <a:prstGeom prst="rect">
            <a:avLst/>
          </a:prstGeom>
          <a:solidFill>
            <a:srgbClr val="000000">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01" name="Google Shape;101;p1"/>
          <p:cNvSpPr txBox="1"/>
          <p:nvPr>
            <p:ph type="ctrTitle"/>
          </p:nvPr>
        </p:nvSpPr>
        <p:spPr>
          <a:xfrm>
            <a:off x="6298009" y="4163187"/>
            <a:ext cx="5268177" cy="108623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9000"/>
              </a:lnSpc>
              <a:spcBef>
                <a:spcPts val="0"/>
              </a:spcBef>
              <a:spcAft>
                <a:spcPts val="0"/>
              </a:spcAft>
              <a:buClr>
                <a:srgbClr val="FFFFFF"/>
              </a:buClr>
              <a:buSzPct val="100000"/>
              <a:buFont typeface="Arial Black"/>
              <a:buNone/>
            </a:pPr>
            <a:r>
              <a:rPr lang="en-US" sz="4800">
                <a:solidFill>
                  <a:srgbClr val="FFFFFF"/>
                </a:solidFill>
                <a:latin typeface="Arial Black"/>
                <a:ea typeface="Arial Black"/>
                <a:cs typeface="Arial Black"/>
                <a:sym typeface="Arial Black"/>
              </a:rPr>
              <a:t>COST OF FIRMS</a:t>
            </a:r>
            <a:endParaRPr sz="4800">
              <a:solidFill>
                <a:srgbClr val="FFFFFF"/>
              </a:solidFill>
              <a:latin typeface="Arial Black"/>
              <a:ea typeface="Arial Black"/>
              <a:cs typeface="Arial Black"/>
              <a:sym typeface="Arial Black"/>
            </a:endParaRPr>
          </a:p>
        </p:txBody>
      </p:sp>
      <p:sp>
        <p:nvSpPr>
          <p:cNvPr id="102" name="Google Shape;102;p1"/>
          <p:cNvSpPr txBox="1"/>
          <p:nvPr>
            <p:ph idx="1" type="subTitle"/>
          </p:nvPr>
        </p:nvSpPr>
        <p:spPr>
          <a:xfrm>
            <a:off x="6298010" y="5419246"/>
            <a:ext cx="5268177" cy="531866"/>
          </a:xfrm>
          <a:prstGeom prst="rect">
            <a:avLst/>
          </a:prstGeom>
          <a:noFill/>
          <a:ln>
            <a:noFill/>
          </a:ln>
        </p:spPr>
        <p:txBody>
          <a:bodyPr anchorCtr="0" anchor="t" bIns="45700" lIns="91425" spcFirstLastPara="1" rIns="91425" wrap="square" tIns="45700">
            <a:noAutofit/>
          </a:bodyPr>
          <a:lstStyle/>
          <a:p>
            <a:pPr indent="0" lvl="0" marL="0" rtl="0" algn="l">
              <a:lnSpc>
                <a:spcPct val="112000"/>
              </a:lnSpc>
              <a:spcBef>
                <a:spcPts val="0"/>
              </a:spcBef>
              <a:spcAft>
                <a:spcPts val="0"/>
              </a:spcAft>
              <a:buClr>
                <a:srgbClr val="FFFFFF"/>
              </a:buClr>
              <a:buSzPts val="1600"/>
              <a:buNone/>
            </a:pPr>
            <a:r>
              <a:rPr b="1" lang="en-US" sz="1600">
                <a:solidFill>
                  <a:srgbClr val="FFFFFF"/>
                </a:solidFill>
              </a:rPr>
              <a:t>Short run and long run cost structure of firms and output decisions</a:t>
            </a:r>
            <a:endParaRPr/>
          </a:p>
        </p:txBody>
      </p:sp>
      <p:pic>
        <p:nvPicPr>
          <p:cNvPr id="103" name="Google Shape;103;p1"/>
          <p:cNvPicPr preferRelativeResize="0"/>
          <p:nvPr/>
        </p:nvPicPr>
        <p:blipFill rotWithShape="1">
          <a:blip r:embed="rId4">
            <a:alphaModFix/>
          </a:blip>
          <a:srcRect b="0" l="0" r="0" t="0"/>
          <a:stretch/>
        </p:blipFill>
        <p:spPr>
          <a:xfrm>
            <a:off x="7961617" y="214408"/>
            <a:ext cx="4306361" cy="39505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1371599" y="685800"/>
            <a:ext cx="10391313"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3200"/>
              <a:buFont typeface="Arial Black"/>
              <a:buNone/>
            </a:pPr>
            <a:r>
              <a:rPr lang="en-US" sz="3200">
                <a:latin typeface="Arial Black"/>
                <a:ea typeface="Arial Black"/>
                <a:cs typeface="Arial Black"/>
                <a:sym typeface="Arial Black"/>
              </a:rPr>
              <a:t>FIRM AND THE CIRCULAR FLOW OF INCOME</a:t>
            </a:r>
            <a:endParaRPr/>
          </a:p>
        </p:txBody>
      </p:sp>
      <p:pic>
        <p:nvPicPr>
          <p:cNvPr id="109" name="Google Shape;109;p2"/>
          <p:cNvPicPr preferRelativeResize="0"/>
          <p:nvPr>
            <p:ph idx="1" type="body"/>
          </p:nvPr>
        </p:nvPicPr>
        <p:blipFill rotWithShape="1">
          <a:blip r:embed="rId3">
            <a:alphaModFix/>
          </a:blip>
          <a:srcRect b="0" l="0" r="0" t="0"/>
          <a:stretch/>
        </p:blipFill>
        <p:spPr>
          <a:xfrm>
            <a:off x="1438183" y="2388092"/>
            <a:ext cx="5566299" cy="4074851"/>
          </a:xfrm>
          <a:prstGeom prst="rect">
            <a:avLst/>
          </a:prstGeom>
          <a:noFill/>
          <a:ln>
            <a:noFill/>
          </a:ln>
        </p:spPr>
      </p:pic>
      <p:pic>
        <p:nvPicPr>
          <p:cNvPr id="110" name="Google Shape;110;p2"/>
          <p:cNvPicPr preferRelativeResize="0"/>
          <p:nvPr/>
        </p:nvPicPr>
        <p:blipFill rotWithShape="1">
          <a:blip r:embed="rId4">
            <a:alphaModFix/>
          </a:blip>
          <a:srcRect b="0" l="0" r="0" t="0"/>
          <a:stretch/>
        </p:blipFill>
        <p:spPr>
          <a:xfrm>
            <a:off x="7365506" y="2403490"/>
            <a:ext cx="3971277" cy="405945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b="1" lang="en-US"/>
              <a:t>                     COST OF FIRMS</a:t>
            </a:r>
            <a:endParaRPr/>
          </a:p>
        </p:txBody>
      </p:sp>
      <p:sp>
        <p:nvSpPr>
          <p:cNvPr id="116" name="Google Shape;116;p3"/>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p>
            <a:pPr indent="-384048" lvl="0" marL="384048" rtl="0" algn="just">
              <a:lnSpc>
                <a:spcPct val="94000"/>
              </a:lnSpc>
              <a:spcBef>
                <a:spcPts val="0"/>
              </a:spcBef>
              <a:spcAft>
                <a:spcPts val="0"/>
              </a:spcAft>
              <a:buClr>
                <a:schemeClr val="dk2"/>
              </a:buClr>
              <a:buSzPts val="2000"/>
              <a:buChar char="■"/>
            </a:pPr>
            <a:r>
              <a:rPr lang="en-US">
                <a:latin typeface="Arial Black"/>
                <a:ea typeface="Arial Black"/>
                <a:cs typeface="Arial Black"/>
                <a:sym typeface="Arial Black"/>
              </a:rPr>
              <a:t>Firms have a number of different types of costs including fixed cost, variable cost, total cost and marginal cost. All of these different costs need to be considered when looking to figure out the costs to a firm.</a:t>
            </a:r>
            <a:endParaRPr>
              <a:latin typeface="Arial Black"/>
              <a:ea typeface="Arial Black"/>
              <a:cs typeface="Arial Black"/>
              <a:sym typeface="Arial Black"/>
            </a:endParaRPr>
          </a:p>
        </p:txBody>
      </p:sp>
      <p:pic>
        <p:nvPicPr>
          <p:cNvPr id="117" name="Google Shape;117;p3"/>
          <p:cNvPicPr preferRelativeResize="0"/>
          <p:nvPr/>
        </p:nvPicPr>
        <p:blipFill rotWithShape="1">
          <a:blip r:embed="rId3">
            <a:alphaModFix/>
          </a:blip>
          <a:srcRect b="0" l="0" r="0" t="0"/>
          <a:stretch/>
        </p:blipFill>
        <p:spPr>
          <a:xfrm>
            <a:off x="932446" y="3559946"/>
            <a:ext cx="3408735" cy="2307454"/>
          </a:xfrm>
          <a:prstGeom prst="rect">
            <a:avLst/>
          </a:prstGeom>
          <a:noFill/>
          <a:ln>
            <a:noFill/>
          </a:ln>
        </p:spPr>
      </p:pic>
      <p:pic>
        <p:nvPicPr>
          <p:cNvPr id="118" name="Google Shape;118;p3"/>
          <p:cNvPicPr preferRelativeResize="0"/>
          <p:nvPr/>
        </p:nvPicPr>
        <p:blipFill rotWithShape="1">
          <a:blip r:embed="rId4">
            <a:alphaModFix/>
          </a:blip>
          <a:srcRect b="0" l="0" r="0" t="0"/>
          <a:stretch/>
        </p:blipFill>
        <p:spPr>
          <a:xfrm>
            <a:off x="4500978" y="3559944"/>
            <a:ext cx="2849733" cy="2307455"/>
          </a:xfrm>
          <a:prstGeom prst="rect">
            <a:avLst/>
          </a:prstGeom>
          <a:noFill/>
          <a:ln>
            <a:noFill/>
          </a:ln>
        </p:spPr>
      </p:pic>
      <p:pic>
        <p:nvPicPr>
          <p:cNvPr id="119" name="Google Shape;119;p3"/>
          <p:cNvPicPr preferRelativeResize="0"/>
          <p:nvPr/>
        </p:nvPicPr>
        <p:blipFill rotWithShape="1">
          <a:blip r:embed="rId5">
            <a:alphaModFix/>
          </a:blip>
          <a:srcRect b="0" l="0" r="0" t="0"/>
          <a:stretch/>
        </p:blipFill>
        <p:spPr>
          <a:xfrm>
            <a:off x="9666284" y="3532573"/>
            <a:ext cx="2336326" cy="2307453"/>
          </a:xfrm>
          <a:prstGeom prst="rect">
            <a:avLst/>
          </a:prstGeom>
          <a:noFill/>
          <a:ln>
            <a:noFill/>
          </a:ln>
        </p:spPr>
      </p:pic>
      <p:pic>
        <p:nvPicPr>
          <p:cNvPr id="120" name="Google Shape;120;p3"/>
          <p:cNvPicPr preferRelativeResize="0"/>
          <p:nvPr/>
        </p:nvPicPr>
        <p:blipFill rotWithShape="1">
          <a:blip r:embed="rId6">
            <a:alphaModFix/>
          </a:blip>
          <a:srcRect b="0" l="0" r="0" t="0"/>
          <a:stretch/>
        </p:blipFill>
        <p:spPr>
          <a:xfrm>
            <a:off x="7551896" y="3559943"/>
            <a:ext cx="1964966" cy="2307453"/>
          </a:xfrm>
          <a:prstGeom prst="rect">
            <a:avLst/>
          </a:prstGeom>
          <a:noFill/>
          <a:ln>
            <a:noFill/>
          </a:ln>
        </p:spPr>
      </p:pic>
      <p:sp>
        <p:nvSpPr>
          <p:cNvPr id="121" name="Google Shape;121;p3"/>
          <p:cNvSpPr txBox="1"/>
          <p:nvPr/>
        </p:nvSpPr>
        <p:spPr>
          <a:xfrm>
            <a:off x="5038077" y="5825227"/>
            <a:ext cx="6094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Libre Franklin"/>
                <a:ea typeface="Libre Franklin"/>
                <a:cs typeface="Libre Franklin"/>
                <a:sym typeface="Libre Franklin"/>
              </a:rPr>
              <a:t>  </a:t>
            </a:r>
            <a:r>
              <a:rPr b="1" i="0" lang="en-US" sz="1800" u="none" cap="none" strike="noStrike">
                <a:solidFill>
                  <a:schemeClr val="dk1"/>
                </a:solidFill>
                <a:latin typeface="Libre Franklin"/>
                <a:ea typeface="Libre Franklin"/>
                <a:cs typeface="Libre Franklin"/>
                <a:sym typeface="Libre Franklin"/>
              </a:rPr>
              <a:t>TC = TFC + TVC</a:t>
            </a:r>
            <a:endParaRPr/>
          </a:p>
        </p:txBody>
      </p:sp>
      <p:pic>
        <p:nvPicPr>
          <p:cNvPr id="122" name="Google Shape;122;p3"/>
          <p:cNvPicPr preferRelativeResize="0"/>
          <p:nvPr/>
        </p:nvPicPr>
        <p:blipFill rotWithShape="1">
          <a:blip r:embed="rId7">
            <a:alphaModFix/>
          </a:blip>
          <a:srcRect b="0" l="0" r="0" t="0"/>
          <a:stretch/>
        </p:blipFill>
        <p:spPr>
          <a:xfrm>
            <a:off x="10126014" y="5916038"/>
            <a:ext cx="1693572" cy="512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                 </a:t>
            </a:r>
            <a:r>
              <a:rPr b="1" lang="en-US"/>
              <a:t>COST OF FIRMS</a:t>
            </a:r>
            <a:endParaRPr b="1"/>
          </a:p>
        </p:txBody>
      </p:sp>
      <p:sp>
        <p:nvSpPr>
          <p:cNvPr id="128" name="Google Shape;128;p4"/>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p>
            <a:pPr indent="-384048" lvl="0" marL="384048" rtl="0" algn="just">
              <a:lnSpc>
                <a:spcPct val="94000"/>
              </a:lnSpc>
              <a:spcBef>
                <a:spcPts val="0"/>
              </a:spcBef>
              <a:spcAft>
                <a:spcPts val="0"/>
              </a:spcAft>
              <a:buClr>
                <a:schemeClr val="dk2"/>
              </a:buClr>
              <a:buSzPts val="2400"/>
              <a:buChar char="■"/>
            </a:pPr>
            <a:r>
              <a:rPr lang="en-US" sz="2400">
                <a:latin typeface="Arial Black"/>
                <a:ea typeface="Arial Black"/>
                <a:cs typeface="Arial Black"/>
                <a:sym typeface="Arial Black"/>
              </a:rPr>
              <a:t>Firms also have costs including average fixed cost, average variable cost and average total cost.</a:t>
            </a:r>
            <a:endParaRPr/>
          </a:p>
          <a:p>
            <a:pPr indent="-384048" lvl="0" marL="384048" rtl="0" algn="just">
              <a:lnSpc>
                <a:spcPct val="94000"/>
              </a:lnSpc>
              <a:spcBef>
                <a:spcPts val="1200"/>
              </a:spcBef>
              <a:spcAft>
                <a:spcPts val="0"/>
              </a:spcAft>
              <a:buClr>
                <a:schemeClr val="dk2"/>
              </a:buClr>
              <a:buSzPts val="2400"/>
              <a:buChar char="■"/>
            </a:pPr>
            <a:r>
              <a:rPr lang="en-US" sz="2400">
                <a:latin typeface="Arial Black"/>
                <a:ea typeface="Arial Black"/>
                <a:cs typeface="Arial Black"/>
                <a:sym typeface="Arial Black"/>
              </a:rPr>
              <a:t>Average fixed cost = Total fixed cost / The number of units produced</a:t>
            </a:r>
            <a:endParaRPr/>
          </a:p>
          <a:p>
            <a:pPr indent="-384048" lvl="0" marL="384048" rtl="0" algn="just">
              <a:lnSpc>
                <a:spcPct val="94000"/>
              </a:lnSpc>
              <a:spcBef>
                <a:spcPts val="1200"/>
              </a:spcBef>
              <a:spcAft>
                <a:spcPts val="0"/>
              </a:spcAft>
              <a:buClr>
                <a:schemeClr val="dk2"/>
              </a:buClr>
              <a:buSzPts val="2400"/>
              <a:buChar char="■"/>
            </a:pPr>
            <a:r>
              <a:rPr lang="en-US" sz="2400">
                <a:latin typeface="Arial Black"/>
                <a:ea typeface="Arial Black"/>
                <a:cs typeface="Arial Black"/>
                <a:sym typeface="Arial Black"/>
              </a:rPr>
              <a:t>Average variable cost = Total variable cost / The output produced</a:t>
            </a:r>
            <a:endParaRPr/>
          </a:p>
          <a:p>
            <a:pPr indent="-384048" lvl="0" marL="384048" rtl="0" algn="just">
              <a:lnSpc>
                <a:spcPct val="94000"/>
              </a:lnSpc>
              <a:spcBef>
                <a:spcPts val="1200"/>
              </a:spcBef>
              <a:spcAft>
                <a:spcPts val="0"/>
              </a:spcAft>
              <a:buClr>
                <a:schemeClr val="dk2"/>
              </a:buClr>
              <a:buSzPts val="2400"/>
              <a:buChar char="■"/>
            </a:pPr>
            <a:r>
              <a:rPr lang="en-US" sz="2400">
                <a:latin typeface="Arial Black"/>
                <a:ea typeface="Arial Black"/>
                <a:cs typeface="Arial Black"/>
                <a:sym typeface="Arial Black"/>
              </a:rPr>
              <a:t>Average total cost = Total cost / Output</a:t>
            </a:r>
            <a:endParaRPr/>
          </a:p>
          <a:p>
            <a:pPr indent="0" lvl="0" marL="0" rtl="0" algn="l">
              <a:lnSpc>
                <a:spcPct val="94000"/>
              </a:lnSpc>
              <a:spcBef>
                <a:spcPts val="1200"/>
              </a:spcBef>
              <a:spcAft>
                <a:spcPts val="0"/>
              </a:spcAft>
              <a:buClr>
                <a:schemeClr val="dk2"/>
              </a:buClr>
              <a:buSzPts val="1800"/>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fontScale="90000"/>
          </a:bodyPr>
          <a:lstStyle/>
          <a:p>
            <a:pPr indent="0" lvl="0" marL="0" rtl="0" algn="just">
              <a:lnSpc>
                <a:spcPct val="89000"/>
              </a:lnSpc>
              <a:spcBef>
                <a:spcPts val="0"/>
              </a:spcBef>
              <a:spcAft>
                <a:spcPts val="0"/>
              </a:spcAft>
              <a:buClr>
                <a:schemeClr val="dk2"/>
              </a:buClr>
              <a:buSzPct val="100000"/>
              <a:buFont typeface="Libre Franklin"/>
              <a:buNone/>
            </a:pPr>
            <a:r>
              <a:rPr b="1" lang="en-US"/>
              <a:t>RELATION BETWEEN THE AVERAGE COST</a:t>
            </a:r>
            <a:br>
              <a:rPr b="1" lang="en-US"/>
            </a:br>
            <a:r>
              <a:rPr b="1" lang="en-US"/>
              <a:t>     CURVES AND MARGINAL COST CURVES</a:t>
            </a:r>
            <a:endParaRPr b="1"/>
          </a:p>
        </p:txBody>
      </p:sp>
      <p:pic>
        <p:nvPicPr>
          <p:cNvPr id="134" name="Google Shape;134;p5"/>
          <p:cNvPicPr preferRelativeResize="0"/>
          <p:nvPr>
            <p:ph idx="1" type="body"/>
          </p:nvPr>
        </p:nvPicPr>
        <p:blipFill rotWithShape="1">
          <a:blip r:embed="rId3">
            <a:alphaModFix/>
          </a:blip>
          <a:srcRect b="0" l="0" r="0" t="0"/>
          <a:stretch/>
        </p:blipFill>
        <p:spPr>
          <a:xfrm>
            <a:off x="4027867" y="2351661"/>
            <a:ext cx="4288665" cy="34500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chemeClr val="dk2"/>
              </a:buClr>
              <a:buSzPct val="100000"/>
              <a:buFont typeface="Libre Franklin"/>
              <a:buNone/>
            </a:pPr>
            <a:r>
              <a:rPr b="1" lang="en-US" sz="3600"/>
              <a:t>      SHORT-RUN AND LONG-RUN COST STRUCTURE</a:t>
            </a:r>
            <a:br>
              <a:rPr b="1" lang="en-US" sz="3600"/>
            </a:br>
            <a:r>
              <a:rPr b="1" lang="en-US" sz="3600"/>
              <a:t>                                          OF </a:t>
            </a:r>
            <a:br>
              <a:rPr b="1" lang="en-US" sz="3600"/>
            </a:br>
            <a:r>
              <a:rPr b="1" lang="en-US" sz="3600"/>
              <a:t>                     FIRMS AND OUTPUT DECISION</a:t>
            </a:r>
            <a:endParaRPr b="1" sz="3600"/>
          </a:p>
        </p:txBody>
      </p:sp>
      <p:pic>
        <p:nvPicPr>
          <p:cNvPr id="140" name="Google Shape;140;p6"/>
          <p:cNvPicPr preferRelativeResize="0"/>
          <p:nvPr/>
        </p:nvPicPr>
        <p:blipFill rotWithShape="1">
          <a:blip r:embed="rId3">
            <a:alphaModFix/>
          </a:blip>
          <a:srcRect b="0" l="0" r="0" t="0"/>
          <a:stretch/>
        </p:blipFill>
        <p:spPr>
          <a:xfrm>
            <a:off x="1300745" y="2384371"/>
            <a:ext cx="9485624" cy="42117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b="1" lang="en-US"/>
              <a:t>  </a:t>
            </a:r>
            <a:endParaRPr b="1"/>
          </a:p>
        </p:txBody>
      </p:sp>
      <p:pic>
        <p:nvPicPr>
          <p:cNvPr id="146" name="Google Shape;146;p7"/>
          <p:cNvPicPr preferRelativeResize="0"/>
          <p:nvPr>
            <p:ph idx="1" type="body"/>
          </p:nvPr>
        </p:nvPicPr>
        <p:blipFill rotWithShape="1">
          <a:blip r:embed="rId3">
            <a:alphaModFix/>
          </a:blip>
          <a:srcRect b="0" l="0" r="0" t="0"/>
          <a:stretch/>
        </p:blipFill>
        <p:spPr>
          <a:xfrm>
            <a:off x="1811045" y="461639"/>
            <a:ext cx="9161755" cy="62143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b="1" lang="en-US"/>
              <a:t>SHORT-RUN AND LONG-RUN DEFINED</a:t>
            </a:r>
            <a:endParaRPr/>
          </a:p>
        </p:txBody>
      </p:sp>
      <p:sp>
        <p:nvSpPr>
          <p:cNvPr id="152" name="Google Shape;152;p8"/>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p>
            <a:pPr indent="-384048" lvl="0" marL="384048" rtl="0" algn="just">
              <a:lnSpc>
                <a:spcPct val="94000"/>
              </a:lnSpc>
              <a:spcBef>
                <a:spcPts val="0"/>
              </a:spcBef>
              <a:spcAft>
                <a:spcPts val="0"/>
              </a:spcAft>
              <a:buClr>
                <a:schemeClr val="dk2"/>
              </a:buClr>
              <a:buSzPts val="2800"/>
              <a:buChar char="■"/>
            </a:pPr>
            <a:r>
              <a:rPr lang="en-US" sz="2800"/>
              <a:t>The short-run is a period of time in which output can be increased or decreased by changing only the amount of variable factors such as labor, raw- materials, chemicals, etc. In the short-run, quantities of the fixed factors such as capital equipment , factory building, etc., cannot be varied for making changes in output. </a:t>
            </a:r>
            <a:endParaRPr/>
          </a:p>
          <a:p>
            <a:pPr indent="-384048" lvl="0" marL="384048" rtl="0" algn="just">
              <a:lnSpc>
                <a:spcPct val="94000"/>
              </a:lnSpc>
              <a:spcBef>
                <a:spcPts val="1200"/>
              </a:spcBef>
              <a:spcAft>
                <a:spcPts val="0"/>
              </a:spcAft>
              <a:buClr>
                <a:schemeClr val="dk2"/>
              </a:buClr>
              <a:buSzPts val="2800"/>
              <a:buChar char="■"/>
            </a:pPr>
            <a:r>
              <a:rPr lang="en-US" sz="2800"/>
              <a:t>The long-run is a period of time in which the quantities of all factors may be varied. </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b="1" lang="en-US"/>
              <a:t>  SHORT-RUN AVERAGE AND MARGINAL</a:t>
            </a:r>
            <a:br>
              <a:rPr b="1" lang="en-US"/>
            </a:br>
            <a:r>
              <a:rPr b="1" lang="en-US"/>
              <a:t>                      COST CURVES</a:t>
            </a:r>
            <a:endParaRPr b="1"/>
          </a:p>
        </p:txBody>
      </p:sp>
      <p:pic>
        <p:nvPicPr>
          <p:cNvPr id="158" name="Google Shape;158;p9"/>
          <p:cNvPicPr preferRelativeResize="0"/>
          <p:nvPr>
            <p:ph idx="1" type="body"/>
          </p:nvPr>
        </p:nvPicPr>
        <p:blipFill rotWithShape="1">
          <a:blip r:embed="rId3">
            <a:alphaModFix/>
          </a:blip>
          <a:srcRect b="0" l="0" r="0" t="0"/>
          <a:stretch/>
        </p:blipFill>
        <p:spPr>
          <a:xfrm>
            <a:off x="2983816" y="1431527"/>
            <a:ext cx="6853500" cy="3995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           </a:t>
            </a:r>
            <a:r>
              <a:rPr b="1" lang="en-US"/>
              <a:t>LONG-RUN COST CURVES</a:t>
            </a:r>
            <a:endParaRPr b="1"/>
          </a:p>
        </p:txBody>
      </p:sp>
      <p:pic>
        <p:nvPicPr>
          <p:cNvPr id="164" name="Google Shape;164;p10"/>
          <p:cNvPicPr preferRelativeResize="0"/>
          <p:nvPr>
            <p:ph idx="1" type="body"/>
          </p:nvPr>
        </p:nvPicPr>
        <p:blipFill rotWithShape="1">
          <a:blip r:embed="rId3">
            <a:alphaModFix/>
          </a:blip>
          <a:srcRect b="0" l="0" r="0" t="0"/>
          <a:stretch/>
        </p:blipFill>
        <p:spPr>
          <a:xfrm>
            <a:off x="3649926" y="2286000"/>
            <a:ext cx="5044547" cy="3581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just">
              <a:lnSpc>
                <a:spcPct val="89000"/>
              </a:lnSpc>
              <a:spcBef>
                <a:spcPts val="0"/>
              </a:spcBef>
              <a:spcAft>
                <a:spcPts val="0"/>
              </a:spcAft>
              <a:buClr>
                <a:schemeClr val="dk2"/>
              </a:buClr>
              <a:buSzPts val="3200"/>
              <a:buFont typeface="Libre Franklin"/>
              <a:buNone/>
            </a:pPr>
            <a:r>
              <a:rPr b="1" lang="en-US" sz="3200"/>
              <a:t>LONG-RUN AVERAGE COST CURVE AND LONG-RUN AVERAGE COST CURVE DERIVED FROM SHORT-RUN AVERAGE COST CURVES</a:t>
            </a:r>
            <a:endParaRPr b="1" sz="3200"/>
          </a:p>
        </p:txBody>
      </p:sp>
      <p:pic>
        <p:nvPicPr>
          <p:cNvPr id="170" name="Google Shape;170;p11"/>
          <p:cNvPicPr preferRelativeResize="0"/>
          <p:nvPr>
            <p:ph idx="1" type="body"/>
          </p:nvPr>
        </p:nvPicPr>
        <p:blipFill rotWithShape="1">
          <a:blip r:embed="rId3">
            <a:alphaModFix/>
          </a:blip>
          <a:srcRect b="0" l="0" r="0" t="0"/>
          <a:stretch/>
        </p:blipFill>
        <p:spPr>
          <a:xfrm>
            <a:off x="1910542" y="2311995"/>
            <a:ext cx="3374265" cy="3228975"/>
          </a:xfrm>
          <a:prstGeom prst="rect">
            <a:avLst/>
          </a:prstGeom>
          <a:noFill/>
          <a:ln>
            <a:noFill/>
          </a:ln>
        </p:spPr>
      </p:pic>
      <p:pic>
        <p:nvPicPr>
          <p:cNvPr id="171" name="Google Shape;171;p11"/>
          <p:cNvPicPr preferRelativeResize="0"/>
          <p:nvPr/>
        </p:nvPicPr>
        <p:blipFill rotWithShape="1">
          <a:blip r:embed="rId4">
            <a:alphaModFix/>
          </a:blip>
          <a:srcRect b="0" l="0" r="0" t="0"/>
          <a:stretch/>
        </p:blipFill>
        <p:spPr>
          <a:xfrm>
            <a:off x="5927986" y="2311995"/>
            <a:ext cx="5648325" cy="3228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n-US"/>
              <a:t>                   </a:t>
            </a:r>
            <a:r>
              <a:rPr b="1" lang="en-US" sz="6600"/>
              <a:t>CONCLUSION</a:t>
            </a:r>
            <a:r>
              <a:rPr b="1" lang="en-US"/>
              <a:t> </a:t>
            </a:r>
            <a:endParaRPr/>
          </a:p>
        </p:txBody>
      </p:sp>
      <p:sp>
        <p:nvSpPr>
          <p:cNvPr id="177" name="Google Shape;177;p12"/>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p>
            <a:pPr indent="0" lvl="0" marL="0" rtl="0" algn="just">
              <a:lnSpc>
                <a:spcPct val="94000"/>
              </a:lnSpc>
              <a:spcBef>
                <a:spcPts val="0"/>
              </a:spcBef>
              <a:spcAft>
                <a:spcPts val="0"/>
              </a:spcAft>
              <a:buClr>
                <a:schemeClr val="dk2"/>
              </a:buClr>
              <a:buSzPts val="5400"/>
              <a:buNone/>
            </a:pPr>
            <a:r>
              <a:rPr b="1" lang="en-US" sz="5400"/>
              <a:t>Pricing and output decisions focus on where to set the price for the product and how much quantity to supply. </a:t>
            </a:r>
            <a:endParaRPr b="1" sz="5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2023-03-12T06:22:15Z</dcterms:created>
  <dc:creator>Amrita Priyam EMP107</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